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828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Starch Consumption Analysis — DS Smith PM1 Witzenhausen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241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Date: March 17, 2026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Period: March 3–17, 2026 (2 weeks)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Cutoff: March 12, 2026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Filter: Running periods only (reel speed &gt; 100 m/min)</a:t>
            </a:r>
            <a:endParaRPr lang="en-US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E46818-E14A-4D58-4CA7-2002773BD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27" y="6287324"/>
            <a:ext cx="409832" cy="40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241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Starch consumption declined after March 12 across most product grades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of 7 comparable grades show 10–19% reduction in dry starch usage (t/h)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is consistent across grades → points to a process-level change, not just grade mix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Starch silo inventory dropped from ~290 t to a low of 118 t on March 16 before refill</a:t>
            </a:r>
            <a:endParaRPr lang="en-US" sz="2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3A83A4F-D807-1AD0-C931-70955C671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27" y="6287324"/>
            <a:ext cx="409832" cy="40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Overall Metrics (Running Periods Only)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241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Avg. dry starch rate — Before: 1.99 t/h | After: 2.08 t/h (+4.5%)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Avg. silo inventory — Before: 235 t | After: 210 t (−11%)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Overall rate appears stable because high-consuming grade 6035135 ran heavily after March 12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Per-grade analysis reveals the true reduction pattern</a:t>
            </a:r>
            <a:endParaRPr lang="en-US" sz="2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0B79C35-8198-D52D-012F-9F8F6DD06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27" y="6287324"/>
            <a:ext cx="409832" cy="40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Per-Grade Comparison — Grades That Decreased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241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3200140: 2.06 → 1.68 t/h (−18.6%) — highest-volume grade, largest drop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6010120: 2.04 → 1.74 t/h (−14.6%)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3300130: 1.55 → 1.35 t/h (−12.8%)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6035135: 3.54 → 3.14 t/h (−11.4%) — highest absolute consumer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3200115: 1.72 → 1.67 t/h (−3.0%) — minor change</a:t>
            </a:r>
            <a:endParaRPr lang="en-US" sz="2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A0E7B22-52C3-28FF-FECA-A8069285E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27" y="6287324"/>
            <a:ext cx="409832" cy="40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Per-Grade Comparison — Grades That Increased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241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6010140: 1.87 → 2.16 t/h (+15.5%)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3300165: 2.07 → 2.24 t/h (+8.4%)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causes: recipe adjustments or different operating conditions during those runs</a:t>
            </a:r>
            <a:endParaRPr lang="en-US" sz="2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B94583E-E8D5-7240-6C83-B8F4050DA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27" y="6287324"/>
            <a:ext cx="409832" cy="40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Grades Without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241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following grades ran only before March 12 — no after-period data available: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3200155 — avg 2.69 t/h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3202170 — avg 2.87 t/h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3300185 — avg 1.87 t/h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6035150 — avg 3.53 t/h</a:t>
            </a:r>
            <a:endParaRPr lang="en-US" sz="2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F08E046-F7BA-146A-6815-83A55A720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27" y="6287324"/>
            <a:ext cx="409832" cy="40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Silo Inventory Trend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241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March 12: ~290 t (full)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March 13–15: Steady decline as consumption continued without replenishment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March 16: Low point at ~118 t — potentially critical level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March 16–17: Refill delivery restored stock to ~249 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Recommendation: Review delivery scheduling to prevent critically low inventory</a:t>
            </a:r>
            <a:endParaRPr lang="en-US" sz="2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5CFA588-7DA5-1448-0815-BC43AFC05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27" y="6287324"/>
            <a:ext cx="409832" cy="40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241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reduction across most grades indicates a process-level change around March 12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drivers: starch recipe change, enzyme dosing adjustment, or SpeedSizer parameter change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grades (6010140, 3300165) showed increases — investigate separately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 mix shifted: several grades only produced before March 12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6035135 remains the highest starch consumer at 3.1–3.5 t/h in both periods</a:t>
            </a:r>
            <a:endParaRPr lang="en-US" sz="2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6076C5D-8A6B-0D73-A004-D6493448F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27" y="6287324"/>
            <a:ext cx="409832" cy="40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241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Verify process changes — Check starch recipe, enzyme dosage, SpeedSizer settings around March 12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Quality validation — Cross-check Cobb, SCT, burst strength to confirm no quality impact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Silo replenishment — Improve delivery scheduling to avoid critical lows (118 t on March 16)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Standardize if beneficial — If quality is on-spec, lock in lower starch rates as new centerlining targets</a:t>
            </a:r>
            <a:endParaRPr lang="en-US" sz="2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6849318-91DE-2F24-BF59-F1B5831E8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27" y="6287324"/>
            <a:ext cx="409832" cy="40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 &amp;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10241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F27700.IN — Dry starch flow rate (calculated), t/h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W27700.IN — Total starch silo inventory, 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S26791.IN — Master reel speed (running filter), m/min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 threshold: &gt; 100 m/min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resolution: 15 min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data: PM1 production runs matched by timestamp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generated by Juna Factory AI — March 17, 2026</a:t>
            </a:r>
            <a:endParaRPr lang="en-US" sz="20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86786F9-3830-23CD-22B4-A09397522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27" y="6287324"/>
            <a:ext cx="409832" cy="40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628</Words>
  <Application>Microsoft Macintosh PowerPoint</Application>
  <PresentationFormat>Widescreen</PresentationFormat>
  <Paragraphs>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Juna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Starch Consumption Analysis — PM1</dc:title>
  <dc:subject>Starch Consumption Analysis — PM1</dc:subject>
  <dc:creator>Juna Chat</dc:creator>
  <cp:lastModifiedBy>Alberto Rinaldi</cp:lastModifiedBy>
  <cp:revision>2</cp:revision>
  <dcterms:created xsi:type="dcterms:W3CDTF">2026-03-17T15:36:39Z</dcterms:created>
  <dcterms:modified xsi:type="dcterms:W3CDTF">2026-03-17T15:39:32Z</dcterms:modified>
</cp:coreProperties>
</file>