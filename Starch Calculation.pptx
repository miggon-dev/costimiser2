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C6F5BAB9-BD8F-4BC3-86A3-20BBE6CD05EE}">
          <p14:sldIdLst>
            <p14:sldId id="256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C175F9-3606-4DEC-AD57-2717E98C4BA8}" v="292" dt="2026-06-03T13:25:41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F2BDD36-65EF-D99E-C597-E1F891F32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89801" y="466725"/>
            <a:ext cx="5935252" cy="592296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1FAE9AC-C22E-B748-A1B3-F446D1E661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9AB4CA6-A63A-6549-B042-BA4A135347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78688E-93A3-A2EB-C6BE-D68D1CD67B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0328332-E775-8EBC-D14F-3D0BAF10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778CFD-086C-239F-D545-27DBC439AFAF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92479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1966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738D3D4-D85C-1701-D33A-FBB6999DCF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5A28B0-2772-322C-DF8A-21809E7A5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0430709-802F-72FF-19D5-6F93F4C9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24C2ED8-D13C-377B-BF55-658278945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B9E72D-4D39-0AB0-4B31-36313BD7A52B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89825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1966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EF58363-D287-163D-60A0-00935194B4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0968D21-6549-9031-2A92-88746E3539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26C4F7FE-795B-8CDA-DCAA-149C9C0DDE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B3A97ED-F21F-3C45-46C0-C417D87C4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C11B71-5BDC-1CC4-A02D-46C5494A4688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413034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2314" y="466725"/>
            <a:ext cx="5921374" cy="5921250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C79A01E-A1FB-7A1A-7F32-1152D53E5C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CCBE58E-0F33-9A0C-DDB0-D9F97C1D41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83E6952-7ABF-C442-F979-2B4746279E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D1D40F3-3283-3AB5-ECAA-D89A7E1BE4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27CE71-09A5-A617-5260-5964085CBA19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57169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A5887EB-9196-CEC2-20B5-AB9F9A9193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6EC2AB08-5627-81D0-0808-205DE20701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1578EEB-486D-D5A6-7136-29A4FD1A15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78DCB22-9686-0FB1-6A12-A4DE20221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8E98CC-9659-77A0-F6DE-E74F513DDA32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77526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FAA9C34-2396-C124-98BF-ED27D6610E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ABD84D-81A3-CD97-A802-DC3793A3A1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2CD404E-A718-6E47-F298-6672E19F99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C6F2C83-7CF7-9F6E-5474-0FC10C0E3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5921F7-3B76-6B10-28D1-15693BC7E823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56928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1A012-EFA9-4237-E03A-3BF201EAFC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4D598C-A1CD-55CA-1F9F-92103F850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26C27F8-A50A-9E96-9A3C-5F3D86BC21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D312821-1E04-BBD0-C7F9-C21E5C3DD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780FD5-EF17-049E-23BC-648F1AF3BE1C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78945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1A012-EFA9-4237-E03A-3BF201EAFC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4D598C-A1CD-55CA-1F9F-92103F850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26C27F8-A50A-9E96-9A3C-5F3D86BC21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D312821-1E04-BBD0-C7F9-C21E5C3DD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780FD5-EF17-049E-23BC-648F1AF3BE1C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9211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03A585-307A-5910-B053-D07ABEFC22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216000" tIns="144000" rIns="936000" bIns="144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‘Insert Picture’ button within this image placeholder to locate and place in your chosen image. 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1FF5E-4939-5FF1-4C3E-8EC4CF747D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F19A343-CA0E-0DB5-131C-942E79CD4D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196DE4E-ED56-035C-9E58-9DFD61E83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9C6BBB-F10C-03A5-F766-885B3102E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DCCDDA-7B0A-10E7-3F10-37E603A65745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87001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0601" y="466724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842A7C-6CC1-1F16-9612-E5967D2A59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DBDA05-F6B4-535C-864E-150140FF3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B7F2364-2EAF-EBE3-2F0C-B4B09EAF0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2ECA8A-3DD5-3E6B-0727-C80FA1403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615E87-95EB-8C94-500D-B31688362200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45450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0601" y="466724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842A7C-6CC1-1F16-9612-E5967D2A59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DBDA05-F6B4-535C-864E-150140FF3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B7F2364-2EAF-EBE3-2F0C-B4B09EAF0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2ECA8A-3DD5-3E6B-0727-C80FA1403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615E87-95EB-8C94-500D-B31688362200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91408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03A585-307A-5910-B053-D07ABEFC22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 rIns="936000" bIns="144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‘Insert Picture’ button within this image placeholder to locate and place in your chosen image. 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1FF5E-4939-5FF1-4C3E-8EC4CF747D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F19A343-CA0E-0DB5-131C-942E79CD4D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196DE4E-ED56-035C-9E58-9DFD61E83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9C6BBB-F10C-03A5-F766-885B3102E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DCCDDA-7B0A-10E7-3F10-37E603A65745}"/>
              </a:ext>
            </a:extLst>
          </p:cNvPr>
          <p:cNvSpPr txBox="1"/>
          <p:nvPr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90940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4086567-8CE0-E14E-8EB9-708D0C3212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D88E37D-9523-F043-ABE5-19164011F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2FA561-A99C-D7EB-632F-3F68C8086531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266B6961-A34B-63F3-CE31-C79743B19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9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EF14F0F-79F3-3B6D-F692-96EAD8A8C4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3441AC0-9A6F-8A0B-6E46-2C7FB9B10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5A3E99-7870-4996-4342-B779AF6F0395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F00494A-B7C2-665F-EFF4-76A8A4348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2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59EFF-DAC5-56AD-579F-BFB5AA0EA599}"/>
              </a:ext>
            </a:extLst>
          </p:cNvPr>
          <p:cNvSpPr/>
          <p:nvPr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3736180-E1AE-7847-F6D0-F342392449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4470313-8693-AD4C-84FD-36F1CFCEE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738B7A-5F61-EEE6-5905-5AD5138AF3D8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0413A54-A909-D4A0-1395-C1F125C45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3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59EFF-DAC5-56AD-579F-BFB5AA0EA599}"/>
              </a:ext>
            </a:extLst>
          </p:cNvPr>
          <p:cNvSpPr/>
          <p:nvPr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2575664-4C54-E44A-7BE0-18C63FD9B3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F2067F3B-673F-55BF-6950-5DC77EF1E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AE199C-0227-C899-C021-DE8E1175834D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447D7765-68BD-C26A-CC72-77227AE46A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9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5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3CE26F-4481-7950-0F4F-9117EFB4ED21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7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2BC4540-55DB-E7F0-D59B-83B929D591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0EDEFA-2EAB-344D-55F0-9521B93C4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B9CD58-E077-70A8-C617-3BF5AF6DB7DB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C30230D-7BE0-AF7C-3A6B-FC249787F7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0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42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C31AD07-BB66-2DD4-936A-3C1C61ADC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9E700E3-3E80-E1AD-0EA7-C5B9634D0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F91104-8B42-9325-B485-0BD737311EA9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766C5EB-093E-7814-9AB2-CC13AC12F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6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42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3900047-DA86-6D4F-420F-6743CAA8B1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D66C38F2-4AE7-0DA7-3D9D-2188EF826A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6FBE8B-B03B-2F11-70F5-EA2028D9F417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989E6136-595E-A4E8-BA6D-4AAD1FB17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0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EC880A-2E09-8EF9-3D0B-B310368A015D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33A031-847E-E786-9880-59DA91C4F4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057FD77B-90BC-5932-D3D5-7B1C82649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16D07C5-BDA8-F66B-9A3C-0EDB7C099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CCD9A3-663D-F28C-A1FF-2B2AF0C30FD2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47B9662-2F00-8A2C-AFC0-EDB37B2EB2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AB7793C9-1ED1-8EB1-B6BA-690967AE2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CDA4CA-84B8-C028-83D5-2AB7F7EEE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Custom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92A72-08A4-21BA-19ED-AC0652AA992A}"/>
              </a:ext>
            </a:extLst>
          </p:cNvPr>
          <p:cNvCxnSpPr>
            <a:cxnSpLocks/>
          </p:cNvCxnSpPr>
          <p:nvPr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FD14B7B-1CBC-B410-2688-DC6AFBD113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BF614F46-A377-7955-A77B-C7943563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63F62DB-D237-A69E-184C-22AA0E4E9C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14E0EBA-6B2C-AA4F-8B3E-C5167032F3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6725" y="466726"/>
            <a:ext cx="7443788" cy="567055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Click to edit Hero copy slide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FFD1-4C13-A676-B688-EB367572A3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327DF3-E85E-E161-9019-942A47240C02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76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211ED01-E3F4-9749-8739-2D4FD34A6B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21400"/>
            <a:ext cx="12192000" cy="7366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F84DB53-2504-3441-8CA1-D4E7BB9B2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995" y="468743"/>
            <a:ext cx="9804851" cy="552227"/>
          </a:xfrm>
          <a:prstGeom prst="rect">
            <a:avLst/>
          </a:prstGeom>
        </p:spPr>
        <p:txBody>
          <a:bodyPr lIns="0"/>
          <a:lstStyle>
            <a:lvl1pPr algn="l">
              <a:defRPr sz="2600" b="0">
                <a:solidFill>
                  <a:srgbClr val="4D4D4D"/>
                </a:solidFill>
              </a:defRPr>
            </a:lvl1pPr>
          </a:lstStyle>
          <a:p>
            <a:r>
              <a:rPr lang="en-US"/>
              <a:t>Click to insert title here</a:t>
            </a:r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E17524-9DDB-8546-B4E3-AC9500D3CE3F}"/>
              </a:ext>
            </a:extLst>
          </p:cNvPr>
          <p:cNvCxnSpPr>
            <a:cxnSpLocks/>
          </p:cNvCxnSpPr>
          <p:nvPr/>
        </p:nvCxnSpPr>
        <p:spPr>
          <a:xfrm>
            <a:off x="520308" y="1168767"/>
            <a:ext cx="928253" cy="0"/>
          </a:xfrm>
          <a:prstGeom prst="line">
            <a:avLst/>
          </a:prstGeom>
          <a:ln w="3175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150B45-B8FA-724A-A9F4-4C36A0C4ECA5}"/>
              </a:ext>
            </a:extLst>
          </p:cNvPr>
          <p:cNvCxnSpPr>
            <a:cxnSpLocks/>
          </p:cNvCxnSpPr>
          <p:nvPr/>
        </p:nvCxnSpPr>
        <p:spPr>
          <a:xfrm flipH="1">
            <a:off x="11787447" y="267530"/>
            <a:ext cx="404554" cy="0"/>
          </a:xfrm>
          <a:prstGeom prst="line">
            <a:avLst/>
          </a:prstGeom>
          <a:ln w="5080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B39192C-2695-4948-A124-B3409C8A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425" y="296659"/>
            <a:ext cx="781747" cy="216371"/>
          </a:xfrm>
          <a:prstGeom prst="rect">
            <a:avLst/>
          </a:prstGeom>
        </p:spPr>
        <p:txBody>
          <a:bodyPr/>
          <a:lstStyle>
            <a:lvl1pPr algn="l">
              <a:defRPr sz="1200" b="0">
                <a:solidFill>
                  <a:srgbClr val="A3A3A3"/>
                </a:solidFill>
              </a:defRPr>
            </a:lvl1pPr>
          </a:lstStyle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22151-ABCD-7757-0DBC-DB19FF1A1DF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20308" y="1447388"/>
            <a:ext cx="9850438" cy="4695825"/>
          </a:xfrm>
        </p:spPr>
        <p:txBody>
          <a:bodyPr/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0">
                <a:solidFill>
                  <a:srgbClr val="4D4D4D"/>
                </a:solidFill>
              </a:defRPr>
            </a:lvl1pPr>
            <a:lvl2pPr marL="581025" indent="-261938">
              <a:lnSpc>
                <a:spcPct val="150000"/>
              </a:lnSpc>
              <a:buFont typeface="Courier New" panose="02070309020205020404" pitchFamily="49" charset="0"/>
              <a:buChar char="o"/>
              <a:tabLst/>
              <a:defRPr/>
            </a:lvl2pPr>
            <a:lvl3pPr marL="854075" indent="-225425">
              <a:lnSpc>
                <a:spcPct val="150000"/>
              </a:lnSpc>
              <a:tabLst/>
              <a:defRPr/>
            </a:lvl3pPr>
            <a:lvl4pPr marL="1066800" indent="-212725">
              <a:lnSpc>
                <a:spcPct val="150000"/>
              </a:lnSpc>
              <a:tabLst/>
              <a:defRPr/>
            </a:lvl4pPr>
            <a:lvl5pPr marL="1649413" indent="-261938">
              <a:lnSpc>
                <a:spcPct val="150000"/>
              </a:lnSpc>
              <a:tabLst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851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&amp; Her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5232400" y="2417764"/>
            <a:ext cx="6491288" cy="3482974"/>
          </a:xfrm>
          <a:prstGeom prst="rect">
            <a:avLst/>
          </a:prstGeo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Click to edit Hero copy</a:t>
            </a:r>
            <a:endParaRPr lang="en-GB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9BF14D7E-972E-DF43-A888-FF88472DEE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5" y="2417764"/>
            <a:ext cx="3632200" cy="3719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FBA31-D19A-5E05-BC9E-85BE9C752F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9D37F6-C2B1-7B50-EC66-2FA31E521CFA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09E54F-0C66-2AC4-9994-AC6E2773961D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0E96B5C-18AA-C784-1998-C52427E9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&amp; Short Cop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9BF14D7E-972E-DF43-A888-FF88472DEE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" y="2417766"/>
            <a:ext cx="3706760" cy="2924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F00E3F0-A2A1-1940-8212-FEFF016FED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9900" y="2348710"/>
            <a:ext cx="7443788" cy="369332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61745-9691-FC63-A3ED-757649C78D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A7308-767B-6AA2-B9EE-F71A02198CE3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0F7B08-2393-DEFA-3D19-D26F3A89A9E2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4486FBE9-5B87-F123-E370-202396E1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1D1B56-C21D-151F-321D-AFBE05F4BF0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899" y="2900402"/>
            <a:ext cx="7443787" cy="3000336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315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, Copy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1AAAC-4BF9-3043-9B6C-B24472186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2910379"/>
            <a:ext cx="3632200" cy="738664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</a:t>
            </a:r>
          </a:p>
        </p:txBody>
      </p:sp>
      <p:sp>
        <p:nvSpPr>
          <p:cNvPr id="30" name="Content Placeholder 6">
            <a:extLst>
              <a:ext uri="{FF2B5EF4-FFF2-40B4-BE49-F238E27FC236}">
                <a16:creationId xmlns:a16="http://schemas.microsoft.com/office/drawing/2014/main" id="{D52D23EC-02E8-2740-945C-0719BA817F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65647" y="1441450"/>
            <a:ext cx="7626353" cy="4459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74D68-4498-308F-4156-AF9B71475A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623BD5-9441-131A-85AE-6DDF5A60C84D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BFDF55-07A7-2F6C-06C5-2497ED82BBB5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5CA76099-C44E-B62D-92F8-CEA79ADF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CC0DD8-5E52-730B-0F45-8CF605BD26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6725" y="3831404"/>
            <a:ext cx="3632200" cy="2305873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4268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Intro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1AAAC-4BF9-3043-9B6C-B24472186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1938337"/>
            <a:ext cx="3333751" cy="2249488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introductory paragraph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FB6AA60-683C-CF44-9076-216214434E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79899" y="1938337"/>
            <a:ext cx="7443787" cy="68430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>
                <a:solidFill>
                  <a:srgbClr val="4D4D4D"/>
                </a:solidFill>
              </a:defRPr>
            </a:lvl1pPr>
            <a:lvl2pPr marL="609585" indent="0">
              <a:buNone/>
              <a:defRPr sz="1400" b="1">
                <a:solidFill>
                  <a:schemeClr val="dk2"/>
                </a:solidFill>
              </a:defRPr>
            </a:lvl2pPr>
            <a:lvl3pPr marL="1219170" indent="0">
              <a:buNone/>
              <a:defRPr sz="1400" b="1">
                <a:solidFill>
                  <a:schemeClr val="dk2"/>
                </a:solidFill>
              </a:defRPr>
            </a:lvl3pPr>
            <a:lvl4pPr marL="1828755" indent="0">
              <a:buNone/>
              <a:defRPr sz="1400" b="1">
                <a:solidFill>
                  <a:schemeClr val="dk2"/>
                </a:solidFill>
              </a:defRPr>
            </a:lvl4pPr>
            <a:lvl5pPr marL="2438339" indent="0">
              <a:buNone/>
              <a:defRPr sz="1400" b="1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add intro paragraph in grey (bold)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A8EBB-3461-482B-D9A1-F7B878AF48B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102746-7498-CEB7-665D-5B161BA33909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2DEDE3-D3A2-4F5C-C925-F63BA1499BE8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787D4FD-1962-FF53-AE08-93348ED4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1AABE72-2936-877A-A370-81967E68713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898" y="2775474"/>
            <a:ext cx="7443789" cy="312526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874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LHS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E590692-C105-2F41-9B22-2284A603BE0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6" y="1938336"/>
            <a:ext cx="3333752" cy="419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B9325-2224-6E97-626A-1C94DA51F81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53D2A4-5458-8BBE-BF77-8C916975BB66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4F2DCD-C655-E382-AE4E-F2A42262FC3B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93566773-4E10-2CE5-1B24-6A5CB16F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6BB778-15BD-2550-0896-D2F65CAB3A5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900" y="1938337"/>
            <a:ext cx="6489700" cy="419893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0894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hird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71E2C-F918-772A-3C96-14FAA1CC9A1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1DB641-0C74-F322-C516-C42003BAD565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A93A2D-9961-E445-BFC4-4BD87FA4A745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37EA9BE0-8B50-DA45-5695-C0E47DAC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DA227B-D52A-EA99-1007-5F92F3DB8D6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6725" y="1441450"/>
            <a:ext cx="7443788" cy="4695821"/>
          </a:xfr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180000" indent="-180000">
              <a:buFont typeface="Courier New" panose="02070309020205020404" pitchFamily="49" charset="0"/>
              <a:buChar char="o"/>
              <a:defRPr/>
            </a:lvl2pPr>
            <a:lvl3pPr marL="360000" indent="-180000">
              <a:buFont typeface="Wingdings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3744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Intr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91B0D-D382-2E4E-AF81-F7FFAF8A40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441449"/>
            <a:ext cx="5395913" cy="795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dk2"/>
                </a:solidFill>
              </a:defRPr>
            </a:lvl1pPr>
            <a:lvl2pPr marL="609585" indent="0">
              <a:buNone/>
              <a:defRPr sz="1400" b="1">
                <a:solidFill>
                  <a:schemeClr val="dk2"/>
                </a:solidFill>
              </a:defRPr>
            </a:lvl2pPr>
            <a:lvl3pPr marL="1219170" indent="0">
              <a:buNone/>
              <a:defRPr sz="1400" b="1">
                <a:solidFill>
                  <a:schemeClr val="dk2"/>
                </a:solidFill>
              </a:defRPr>
            </a:lvl3pPr>
            <a:lvl4pPr marL="1828755" indent="0">
              <a:buNone/>
              <a:defRPr sz="1400" b="1">
                <a:solidFill>
                  <a:schemeClr val="dk2"/>
                </a:solidFill>
              </a:defRPr>
            </a:lvl4pPr>
            <a:lvl5pPr marL="2438339" indent="0">
              <a:buNone/>
              <a:defRPr sz="1400" b="1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add intro paragraph in orange (bold)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49C88B8-5047-B24E-A4CD-2306B8157AE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6725" y="2417763"/>
            <a:ext cx="5395913" cy="3719513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8519A3-1985-94BD-D961-ADF47010D65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FC981A-3621-DFEB-7408-241D7765F782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0CEB55-713E-A6AD-D3EF-62892F83990F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BC8BA2C3-B2DB-25AF-0BDE-6D2E4437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1CC0FE-D09C-6D5C-56DD-01F18EBB51F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327775" y="1441450"/>
            <a:ext cx="5395914" cy="4459288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025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&amp; Imag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6">
            <a:extLst>
              <a:ext uri="{FF2B5EF4-FFF2-40B4-BE49-F238E27FC236}">
                <a16:creationId xmlns:a16="http://schemas.microsoft.com/office/drawing/2014/main" id="{60D09C1A-D1A1-074F-8BE4-27B320F32A9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38988" y="1441450"/>
            <a:ext cx="4584700" cy="4459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B0771-F84D-C76D-A012-CB03B841B7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D706F4-E3BE-D0E4-EEC9-FB43941441A5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B985A2-844F-5BB7-2AB9-4EDF494D32B0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A6C7871A-0AD9-5642-5666-D1146541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054BD6-4EB2-19F0-5B4F-4EB8F3F366D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6724" y="1441451"/>
            <a:ext cx="6207127" cy="469582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7485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, 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913718" y="1933842"/>
            <a:ext cx="4278282" cy="2433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E198FEC-CF79-3F4B-8F16-28F9BFDD1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933842"/>
            <a:ext cx="6978651" cy="36933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510CD-0A4C-685A-C222-CE0228F2AC3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D4602-F2A4-82D7-077E-820371DFF874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A4F435-6288-68AA-A06F-1613659674F1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C6E229C-C661-E05A-F32C-2EF7828C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27E0345-91BC-764E-27EA-EAE8012549B6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6725" y="2487518"/>
            <a:ext cx="6975446" cy="3649757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9616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Bullets &amp;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E198FEC-CF79-3F4B-8F16-28F9BFDD1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933842"/>
            <a:ext cx="6491288" cy="369332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A95E0137-F06E-D545-B9E9-CCFB6D819B4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66725" y="3804994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BFD98036-1D78-8C4C-B235-22217E423143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66725" y="5122470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CDAD65B9-A4A5-624E-9FC4-66D855AD8A97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66725" y="2487518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37541D1-3D3D-4958-9C5F-6B212BAADC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13718" y="1933841"/>
            <a:ext cx="4278282" cy="2433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BF9BA-23C5-4A13-1904-FA2935523184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FE2AE0-FAD0-5980-281B-3E4C1835BE9D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EE4DB9-7AA5-90E4-3945-356E0534B4FB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C000498-7630-ADA6-3A4E-3B4B9985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4068A8-AC65-F898-368F-D78B239D3C1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20813" y="2487518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79883FC-1143-8BAF-3E2D-B4308194BF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420813" y="3804994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B4861E-3251-4F14-92B7-AC6B2917EB4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420813" y="5122470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289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13402B4D-D8FC-D243-929C-7D8F357C3D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84901" y="1441450"/>
            <a:ext cx="5538788" cy="4459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442C74A7-8919-3441-B188-42F43D49BD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66726" y="1441450"/>
            <a:ext cx="5538788" cy="2136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45E91CDA-4F61-7B4E-B972-7F38796327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6726" y="3759184"/>
            <a:ext cx="5538788" cy="2141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43ACD5-8811-ED64-B66A-51B0D5D5711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457676-09C6-5B3A-629C-F042497086A4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CEA183-E971-6977-1C9F-EF2EB5568109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F303FFFA-0E1F-9A69-1CA1-1C726B7A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07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028C1A96-7DBD-C249-9C41-B60372EC407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6" y="1441450"/>
            <a:ext cx="11256962" cy="4459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A89AA-3995-4847-155C-359367BB33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E97367-E5DC-DC1B-1B48-F62F40B4BF7E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5DB2D0-961C-EABF-8905-4B9A4BEB1A83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D1ED3BCD-3064-750A-855E-99514BD9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43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1400682"/>
            <a:ext cx="762429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1">
                <a:solidFill>
                  <a:schemeClr val="dk2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Fig.00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1239837" y="1400682"/>
            <a:ext cx="4145755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0" i="0">
                <a:solidFill>
                  <a:srgbClr val="4D4D4D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Click to edit graph title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852318" y="1400682"/>
            <a:ext cx="762474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1">
                <a:solidFill>
                  <a:schemeClr val="dk2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Fig.00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623987" y="1400682"/>
            <a:ext cx="4147200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0" i="0">
                <a:solidFill>
                  <a:srgbClr val="4D4D4D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Click to edit graph title</a:t>
            </a:r>
          </a:p>
        </p:txBody>
      </p:sp>
      <p:sp>
        <p:nvSpPr>
          <p:cNvPr id="17" name="Chart Placeholder 16"/>
          <p:cNvSpPr>
            <a:spLocks noGrp="1"/>
          </p:cNvSpPr>
          <p:nvPr>
            <p:ph type="chart" sz="quarter" idx="17" hasCustomPrompt="1"/>
          </p:nvPr>
        </p:nvSpPr>
        <p:spPr>
          <a:xfrm>
            <a:off x="466725" y="1797637"/>
            <a:ext cx="4918868" cy="4103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solidFill>
                  <a:srgbClr val="4D4D4D"/>
                </a:solidFill>
              </a:defRPr>
            </a:lvl1pPr>
          </a:lstStyle>
          <a:p>
            <a:r>
              <a:rPr lang="en-GB" sz="2133" dirty="0"/>
              <a:t>Click to add graph</a:t>
            </a:r>
            <a:endParaRPr lang="en-GB" dirty="0"/>
          </a:p>
        </p:txBody>
      </p:sp>
      <p:sp>
        <p:nvSpPr>
          <p:cNvPr id="18" name="Chart Placeholder 16"/>
          <p:cNvSpPr>
            <a:spLocks noGrp="1"/>
          </p:cNvSpPr>
          <p:nvPr>
            <p:ph type="chart" sz="quarter" idx="18" hasCustomPrompt="1"/>
          </p:nvPr>
        </p:nvSpPr>
        <p:spPr>
          <a:xfrm>
            <a:off x="5852318" y="1797478"/>
            <a:ext cx="4918869" cy="4103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rgbClr val="4D4D4D"/>
                </a:solidFill>
              </a:defRPr>
            </a:lvl1pPr>
          </a:lstStyle>
          <a:p>
            <a:r>
              <a:rPr lang="en-GB" sz="2133" dirty="0"/>
              <a:t>Click to add graph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A2473-E361-580D-E30D-359E2C6430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26EE30-D0F2-4D5C-7725-2E26A8461DC3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66C44A-BF82-91A1-F18D-C9D9C476ED94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2AC1239-91AA-884F-AED6-BC45CE6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91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&amp;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3" hasCustomPrompt="1"/>
          </p:nvPr>
        </p:nvSpPr>
        <p:spPr>
          <a:xfrm>
            <a:off x="5232401" y="1441450"/>
            <a:ext cx="5537199" cy="46958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39C20-5015-E5A1-18A3-B371D78A5AB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073AE6-73CE-C7B6-04AA-037EAA5C3445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0FB635-4DF0-293D-8937-BD78AC9573F8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E29459F2-89FF-9F80-C2F8-0828C364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F3E21F-0D8D-FE8A-1A68-4F3346A5282B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66726" y="1441450"/>
            <a:ext cx="4584700" cy="469582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7267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Bullets &amp;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F3B3C9-9F58-F746-9090-A47210556859}"/>
              </a:ext>
            </a:extLst>
          </p:cNvPr>
          <p:cNvSpPr/>
          <p:nvPr/>
        </p:nvSpPr>
        <p:spPr>
          <a:xfrm>
            <a:off x="8091488" y="0"/>
            <a:ext cx="4100511" cy="685799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7172325" cy="40011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5CAC2AE-CBF5-FB31-2818-863C0CBDDA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43926" y="1681135"/>
            <a:ext cx="3181350" cy="4219602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buNone/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7F89240F-F6F6-6059-40AA-573E5859C6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554293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0D830C77-AF7B-BF39-A4DA-5B4520B96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8999" y="2691247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1A0301EF-FE62-D4E1-91A2-532D306D7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8999" y="3929955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1FB97623-5449-0528-CDF6-3FF894F913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3793001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5" name="Text Placeholder 55">
            <a:extLst>
              <a:ext uri="{FF2B5EF4-FFF2-40B4-BE49-F238E27FC236}">
                <a16:creationId xmlns:a16="http://schemas.microsoft.com/office/drawing/2014/main" id="{73D906E2-7A60-863B-96A7-B6F023121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031709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C09B3731-FC23-203C-8BCA-E5BA5768F5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8999" y="5168663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F91758-B045-65FF-5065-BEEE20BED8EA}"/>
              </a:ext>
            </a:extLst>
          </p:cNvPr>
          <p:cNvGrpSpPr>
            <a:grpSpLocks noChangeAspect="1"/>
          </p:cNvGrpSpPr>
          <p:nvPr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096F02-701B-283E-B596-57BD0FAAC192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8CCD788-2903-100A-B06B-7FCABF3CEF58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99AC9FD-177A-6EC4-D7FE-760A3505B4BC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C9DE428-D657-44F4-3050-55C56C9A5315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B8604C6-7325-A600-0F00-389231800FCB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192C151-A204-9F6F-E09A-B6550FD58CF9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A26DFE5-0621-A6BC-6108-13D01AB2E746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880ECC5-4725-EDBA-7B5C-38A1A55D9375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871D0F2-B6D3-1E78-5501-73C905FD1437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/>
        </p:nvCxnSpPr>
        <p:spPr>
          <a:xfrm>
            <a:off x="8543926" y="1465239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 Placeholder 50">
            <a:extLst>
              <a:ext uri="{FF2B5EF4-FFF2-40B4-BE49-F238E27FC236}">
                <a16:creationId xmlns:a16="http://schemas.microsoft.com/office/drawing/2014/main" id="{0967E9F1-F47E-4470-1743-F857814E3F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88999" y="1452539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4" name="Slide Number Placeholder 83">
            <a:extLst>
              <a:ext uri="{FF2B5EF4-FFF2-40B4-BE49-F238E27FC236}">
                <a16:creationId xmlns:a16="http://schemas.microsoft.com/office/drawing/2014/main" id="{DA70D23A-C836-9E16-E19A-02BE7C0944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00110C4D-2876-EC8E-AF67-E03B5BD5EC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6726" y="1452539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04C9AFBB-005A-50BF-2DFC-F704D25524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726" y="2691247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FBC8621A-2156-018A-4BC7-54D481ADEF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6726" y="3929955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B70DCD98-93A4-4569-AD02-CA7BDA87EF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6726" y="5168663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8AF75-A4ED-5DFB-8BB9-D0402653A501}"/>
              </a:ext>
            </a:extLst>
          </p:cNvPr>
          <p:cNvSpPr txBox="1"/>
          <p:nvPr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you require fewer bullet points, delete the unused ones – delete the D icon, text box and keyline.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Delete from the bottom up to keep spacing correct.</a:t>
            </a:r>
          </a:p>
        </p:txBody>
      </p:sp>
    </p:spTree>
    <p:extLst>
      <p:ext uri="{BB962C8B-B14F-4D97-AF65-F5344CB8AC3E}">
        <p14:creationId xmlns:p14="http://schemas.microsoft.com/office/powerpoint/2010/main" val="379605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mages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0498138" cy="40011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/>
        </p:nvCxnSpPr>
        <p:spPr>
          <a:xfrm>
            <a:off x="8543926" y="1507193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39713-D9B5-B4F2-F68F-E7A7C1BF4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26" y="1441450"/>
            <a:ext cx="5628486" cy="61594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626847-41B5-3E22-CFA1-6A4B603AC40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726" y="2236788"/>
            <a:ext cx="2460624" cy="246062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47D1F79-0439-E952-14C9-E986E67E7E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0957" y="2236789"/>
            <a:ext cx="2460619" cy="2460618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0852CD9-0555-3ACA-ECC4-F27A9BC929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8842" y="2236789"/>
            <a:ext cx="2460623" cy="2460622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9774D-195A-A2C9-AE30-47C21FA24A37}"/>
              </a:ext>
            </a:extLst>
          </p:cNvPr>
          <p:cNvCxnSpPr>
            <a:cxnSpLocks/>
          </p:cNvCxnSpPr>
          <p:nvPr/>
        </p:nvCxnSpPr>
        <p:spPr>
          <a:xfrm>
            <a:off x="3163096" y="2236788"/>
            <a:ext cx="0" cy="36639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4BDF34-CB41-6131-5E97-814DF6F1C20B}"/>
              </a:ext>
            </a:extLst>
          </p:cNvPr>
          <p:cNvCxnSpPr>
            <a:cxnSpLocks/>
          </p:cNvCxnSpPr>
          <p:nvPr/>
        </p:nvCxnSpPr>
        <p:spPr>
          <a:xfrm>
            <a:off x="6095211" y="2236788"/>
            <a:ext cx="0" cy="36648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1482FE-C226-7D25-5DE8-CF6047BC4B7D}"/>
              </a:ext>
            </a:extLst>
          </p:cNvPr>
          <p:cNvCxnSpPr>
            <a:cxnSpLocks/>
          </p:cNvCxnSpPr>
          <p:nvPr/>
        </p:nvCxnSpPr>
        <p:spPr>
          <a:xfrm>
            <a:off x="9027323" y="2236788"/>
            <a:ext cx="0" cy="36648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1BEBBAE7-ABE7-8873-8027-C116622A22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63069" y="2236789"/>
            <a:ext cx="2460618" cy="2460617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1D0626E-E5D2-78E8-4EC7-271705419E4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85D15F5-58E6-837B-0298-8597398E8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8843" y="2236789"/>
            <a:ext cx="2460622" cy="2460622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5779094-662D-C2C0-B9E8-C3D004402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6726" y="2236789"/>
            <a:ext cx="2460624" cy="2460624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6447F6F-45D3-5DFC-3961-6A5CCABB5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726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FE90977-3930-822F-5B0C-6805DA434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0958" y="2236789"/>
            <a:ext cx="2460618" cy="2460618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CDBF81F-3B86-E147-8EEF-E1641694C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3070" y="2236789"/>
            <a:ext cx="2460617" cy="2460617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109C9012-D57D-E348-5E22-2695D3CE68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63064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5A0DEC8C-1C41-7EDD-9A5F-54582D5B17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0958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3AD64FBF-03A2-0F6D-AD84-9E9A00910E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8843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6E9312-95F6-8564-304E-F4F0287B9C8E}"/>
              </a:ext>
            </a:extLst>
          </p:cNvPr>
          <p:cNvSpPr txBox="1"/>
          <p:nvPr/>
        </p:nvSpPr>
        <p:spPr>
          <a:xfrm>
            <a:off x="12397833" y="2236788"/>
            <a:ext cx="2054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To insert or change the images, move the D shape overlays away from the image placeholders, insert your image and then reset the slide. This will move the D shape overlay back into the correct position.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444CE59-64B6-F929-74DD-D69D6CDFBD5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61" t="5881" r="3233" b="6152"/>
          <a:stretch>
            <a:fillRect/>
          </a:stretch>
        </p:blipFill>
        <p:spPr>
          <a:xfrm>
            <a:off x="12496021" y="4205548"/>
            <a:ext cx="1985156" cy="896677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791108A-D69D-03FB-8624-A9E7BEA16927}"/>
              </a:ext>
            </a:extLst>
          </p:cNvPr>
          <p:cNvSpPr/>
          <p:nvPr/>
        </p:nvSpPr>
        <p:spPr>
          <a:xfrm>
            <a:off x="13620750" y="4454525"/>
            <a:ext cx="631825" cy="24288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98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2693989" cy="40011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/>
        </p:nvCxnSpPr>
        <p:spPr>
          <a:xfrm>
            <a:off x="8543926" y="489604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39713-D9B5-B4F2-F68F-E7A7C1BF4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26" y="1441450"/>
            <a:ext cx="2679700" cy="3094037"/>
          </a:xfrm>
        </p:spPr>
        <p:txBody>
          <a:bodyPr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ext Placeholder 55">
            <a:extLst>
              <a:ext uri="{FF2B5EF4-FFF2-40B4-BE49-F238E27FC236}">
                <a16:creationId xmlns:a16="http://schemas.microsoft.com/office/drawing/2014/main" id="{F7FA8AC9-A193-126F-BAE7-CD3BC46A5C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2000" y="1323526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50">
            <a:extLst>
              <a:ext uri="{FF2B5EF4-FFF2-40B4-BE49-F238E27FC236}">
                <a16:creationId xmlns:a16="http://schemas.microsoft.com/office/drawing/2014/main" id="{798E8E76-CC9F-4B8E-C7E0-23A9F53A45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79901" y="466725"/>
            <a:ext cx="6489700" cy="728405"/>
          </a:xfrm>
        </p:spPr>
        <p:txBody>
          <a:bodyPr tIns="0" rIns="0" bIns="0" anchor="ctr" anchorCtr="0">
            <a:noAutofit/>
          </a:bodyPr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Text Placeholder 50">
            <a:extLst>
              <a:ext uri="{FF2B5EF4-FFF2-40B4-BE49-F238E27FC236}">
                <a16:creationId xmlns:a16="http://schemas.microsoft.com/office/drawing/2014/main" id="{5A11B1E6-EF75-9475-7E39-995F5C1F1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9901" y="1455522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13E724A7-4728-30FD-BE56-B187EB8D62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901" y="5405894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0" name="Text Placeholder 50">
            <a:extLst>
              <a:ext uri="{FF2B5EF4-FFF2-40B4-BE49-F238E27FC236}">
                <a16:creationId xmlns:a16="http://schemas.microsoft.com/office/drawing/2014/main" id="{51386309-0B90-8F1A-98BA-B3FCB6793F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9901" y="4418298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EADDA64A-85FC-9E4F-55E0-174165198C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9901" y="3430706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2" name="Text Placeholder 50">
            <a:extLst>
              <a:ext uri="{FF2B5EF4-FFF2-40B4-BE49-F238E27FC236}">
                <a16:creationId xmlns:a16="http://schemas.microsoft.com/office/drawing/2014/main" id="{D8FB567A-BCD6-00A7-AAA9-9EC78A189E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901" y="2443114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Text Placeholder 55">
            <a:extLst>
              <a:ext uri="{FF2B5EF4-FFF2-40B4-BE49-F238E27FC236}">
                <a16:creationId xmlns:a16="http://schemas.microsoft.com/office/drawing/2014/main" id="{77928BBA-6406-5A54-38FC-E692F50ED18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2000" y="2311118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4" name="Text Placeholder 55">
            <a:extLst>
              <a:ext uri="{FF2B5EF4-FFF2-40B4-BE49-F238E27FC236}">
                <a16:creationId xmlns:a16="http://schemas.microsoft.com/office/drawing/2014/main" id="{9B62FCF5-7C8E-CB34-38EC-651FE0C1D8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32000" y="3298710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5" name="Text Placeholder 55">
            <a:extLst>
              <a:ext uri="{FF2B5EF4-FFF2-40B4-BE49-F238E27FC236}">
                <a16:creationId xmlns:a16="http://schemas.microsoft.com/office/drawing/2014/main" id="{DEBAD08A-9DD1-E291-89FB-F910A56F9F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32000" y="4286302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55">
            <a:extLst>
              <a:ext uri="{FF2B5EF4-FFF2-40B4-BE49-F238E27FC236}">
                <a16:creationId xmlns:a16="http://schemas.microsoft.com/office/drawing/2014/main" id="{D9754855-164C-CA4B-F197-33672D76D8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32000" y="5273894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7FE967C-853D-B007-1AFD-685CDD24AAE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57626" y="686468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C1D152-DBA6-7C1E-2EF9-8B30AAF1BE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57626" y="1674181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8B1181C-76BA-5091-3DA9-1668EB59C6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57626" y="2661894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56A0EE9-A4CC-5D48-8758-56E4657481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57626" y="3649607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514F483-287B-BA8D-B0BB-6C717C0A20B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57626" y="4637320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5B8758D-9DBA-D0AB-6F46-BE68AE41BC3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57626" y="5625035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DAAD70B-6E7F-D964-05A3-4CCDF5324C6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CE5F9-0003-3389-6DAE-3F2F7B6E675F}"/>
              </a:ext>
            </a:extLst>
          </p:cNvPr>
          <p:cNvSpPr txBox="1"/>
          <p:nvPr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you require fewer bullet points, delete the unused ones – delete the D icon, text box and keyline.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Delete from the bottom up to keep spacing correct.</a:t>
            </a:r>
          </a:p>
        </p:txBody>
      </p:sp>
    </p:spTree>
    <p:extLst>
      <p:ext uri="{BB962C8B-B14F-4D97-AF65-F5344CB8AC3E}">
        <p14:creationId xmlns:p14="http://schemas.microsoft.com/office/powerpoint/2010/main" val="320468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24CB630-A4AF-FAA3-6240-2E658321CDF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6726" y="1441450"/>
            <a:ext cx="1727199" cy="1727163"/>
          </a:xfrm>
          <a:custGeom>
            <a:avLst/>
            <a:gdLst>
              <a:gd name="csX0" fmla="*/ 0 w 2190895"/>
              <a:gd name="csY0" fmla="*/ 0 h 2190849"/>
              <a:gd name="csX1" fmla="*/ 1095425 w 2190895"/>
              <a:gd name="csY1" fmla="*/ 0 h 2190849"/>
              <a:gd name="csX2" fmla="*/ 2043934 w 2190895"/>
              <a:gd name="csY2" fmla="*/ 547724 h 2190849"/>
              <a:gd name="csX3" fmla="*/ 2061324 w 2190895"/>
              <a:gd name="csY3" fmla="*/ 578957 h 2190849"/>
              <a:gd name="csX4" fmla="*/ 2061346 w 2190895"/>
              <a:gd name="csY4" fmla="*/ 578935 h 2190849"/>
              <a:gd name="csX5" fmla="*/ 2190895 w 2190895"/>
              <a:gd name="csY5" fmla="*/ 1095425 h 2190849"/>
              <a:gd name="csX6" fmla="*/ 2043956 w 2190895"/>
              <a:gd name="csY6" fmla="*/ 1643103 h 2190849"/>
              <a:gd name="csX7" fmla="*/ 1095425 w 2190895"/>
              <a:gd name="csY7" fmla="*/ 2190849 h 2190849"/>
              <a:gd name="csX8" fmla="*/ 0 w 2190895"/>
              <a:gd name="csY8" fmla="*/ 2190849 h 2190849"/>
              <a:gd name="csX9" fmla="*/ 114 w 2190895"/>
              <a:gd name="csY9" fmla="*/ 2183893 h 2190849"/>
              <a:gd name="csX10" fmla="*/ 146916 w 2190895"/>
              <a:gd name="csY10" fmla="*/ 1643126 h 2190849"/>
              <a:gd name="csX11" fmla="*/ 1095402 w 2190895"/>
              <a:gd name="csY11" fmla="*/ 1095425 h 2190849"/>
              <a:gd name="csX12" fmla="*/ 146916 w 2190895"/>
              <a:gd name="csY12" fmla="*/ 547724 h 2190849"/>
              <a:gd name="csX13" fmla="*/ 0 w 2190895"/>
              <a:gd name="csY13" fmla="*/ 0 h 219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90895" h="2190849">
                <a:moveTo>
                  <a:pt x="0" y="0"/>
                </a:moveTo>
                <a:lnTo>
                  <a:pt x="1095425" y="0"/>
                </a:lnTo>
                <a:cubicBezTo>
                  <a:pt x="1500802" y="0"/>
                  <a:pt x="1854486" y="220408"/>
                  <a:pt x="2043934" y="547724"/>
                </a:cubicBezTo>
                <a:cubicBezTo>
                  <a:pt x="2049685" y="557680"/>
                  <a:pt x="2055481" y="568114"/>
                  <a:pt x="2061324" y="578957"/>
                </a:cubicBezTo>
                <a:lnTo>
                  <a:pt x="2061346" y="578935"/>
                </a:lnTo>
                <a:cubicBezTo>
                  <a:pt x="2143863" y="732829"/>
                  <a:pt x="2190895" y="908592"/>
                  <a:pt x="2190895" y="1095425"/>
                </a:cubicBezTo>
                <a:cubicBezTo>
                  <a:pt x="2190895" y="1295010"/>
                  <a:pt x="2137202" y="1481980"/>
                  <a:pt x="2043956" y="1643103"/>
                </a:cubicBezTo>
                <a:cubicBezTo>
                  <a:pt x="1854509" y="1970441"/>
                  <a:pt x="1500824" y="2190849"/>
                  <a:pt x="1095425" y="2190849"/>
                </a:cubicBezTo>
                <a:lnTo>
                  <a:pt x="0" y="2190849"/>
                </a:lnTo>
                <a:cubicBezTo>
                  <a:pt x="0" y="2188508"/>
                  <a:pt x="114" y="2186212"/>
                  <a:pt x="114" y="2183893"/>
                </a:cubicBezTo>
                <a:cubicBezTo>
                  <a:pt x="1341" y="1986922"/>
                  <a:pt x="54738" y="1802385"/>
                  <a:pt x="146916" y="1643126"/>
                </a:cubicBezTo>
                <a:cubicBezTo>
                  <a:pt x="336340" y="1315810"/>
                  <a:pt x="690025" y="1095425"/>
                  <a:pt x="1095402" y="1095425"/>
                </a:cubicBezTo>
                <a:cubicBezTo>
                  <a:pt x="690025" y="1095425"/>
                  <a:pt x="336340" y="875062"/>
                  <a:pt x="146916" y="547724"/>
                </a:cubicBezTo>
                <a:cubicBezTo>
                  <a:pt x="53647" y="386555"/>
                  <a:pt x="0" y="19960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" tIns="72000" rIns="72000">
            <a:noAutofit/>
          </a:bodyPr>
          <a:lstStyle>
            <a:lvl1pPr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 to locate and place in your chosen image.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8AE1D-D4B5-0654-C91D-410961B7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85F34-1B90-F2B1-C01C-B44F2A4E8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29D198-A68A-7837-EAF2-F50E8E8B8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09876" y="1364452"/>
            <a:ext cx="8915398" cy="4536286"/>
          </a:xfrm>
        </p:spPr>
        <p:txBody>
          <a:bodyPr/>
          <a:lstStyle>
            <a:lvl1pPr>
              <a:lnSpc>
                <a:spcPct val="95000"/>
              </a:lnSpc>
              <a:spcAft>
                <a:spcPts val="4800"/>
              </a:spcAft>
              <a:defRPr sz="360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600" b="0">
                <a:solidFill>
                  <a:schemeClr val="tx1"/>
                </a:solidFill>
              </a:defRPr>
            </a:lvl2pPr>
            <a:lvl3pPr>
              <a:buNone/>
              <a:defRPr sz="16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1"/>
            <a:r>
              <a:rPr lang="en-US" dirty="0"/>
              <a:t>Context of quote</a:t>
            </a:r>
          </a:p>
          <a:p>
            <a:pPr lvl="2"/>
            <a:r>
              <a:rPr lang="en-US" dirty="0"/>
              <a:t>Name and job position</a:t>
            </a:r>
          </a:p>
          <a:p>
            <a:pPr lvl="1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026806-472A-44A8-71B6-DFC7853A5883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6E6BFE1-CB24-FF69-BF8B-D3F458A3F339}"/>
              </a:ext>
            </a:extLst>
          </p:cNvPr>
          <p:cNvSpPr txBox="1">
            <a:spLocks/>
          </p:cNvSpPr>
          <p:nvPr/>
        </p:nvSpPr>
        <p:spPr>
          <a:xfrm>
            <a:off x="2373313" y="1441450"/>
            <a:ext cx="369887" cy="203802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5892D8-E3AF-A3F1-B0A9-3682D71E5454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AC8135-5A24-5F44-1C18-46760C03F3AE}"/>
              </a:ext>
            </a:extLst>
          </p:cNvPr>
          <p:cNvSpPr txBox="1"/>
          <p:nvPr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Change Picture, then use Crop to position it within the D‑shaped device.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6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85F34-1B90-F2B1-C01C-B44F2A4E8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29D198-A68A-7837-EAF2-F50E8E8B8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1362868"/>
            <a:ext cx="7810500" cy="4537870"/>
          </a:xfrm>
        </p:spPr>
        <p:txBody>
          <a:bodyPr/>
          <a:lstStyle>
            <a:lvl1pPr>
              <a:lnSpc>
                <a:spcPct val="95000"/>
              </a:lnSpc>
              <a:spcAft>
                <a:spcPts val="4800"/>
              </a:spcAft>
              <a:defRPr sz="36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600" b="0">
                <a:solidFill>
                  <a:schemeClr val="bg1"/>
                </a:solidFill>
              </a:defRPr>
            </a:lvl2pPr>
            <a:lvl3pPr>
              <a:buNone/>
              <a:defRPr sz="1600" b="1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1"/>
            <a:r>
              <a:rPr lang="en-US" dirty="0"/>
              <a:t>Context of quote</a:t>
            </a:r>
          </a:p>
          <a:p>
            <a:pPr lvl="2"/>
            <a:r>
              <a:rPr lang="en-US" dirty="0"/>
              <a:t>Name and job position</a:t>
            </a:r>
          </a:p>
          <a:p>
            <a:pPr lvl="1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026806-472A-44A8-71B6-DFC7853A5883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5D5A8AC-E3A1-4963-FCDA-B2F34C63DB4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52180" y="3392488"/>
            <a:ext cx="2998848" cy="2998786"/>
          </a:xfrm>
          <a:custGeom>
            <a:avLst/>
            <a:gdLst>
              <a:gd name="csX0" fmla="*/ 0 w 2190895"/>
              <a:gd name="csY0" fmla="*/ 0 h 2190849"/>
              <a:gd name="csX1" fmla="*/ 1095425 w 2190895"/>
              <a:gd name="csY1" fmla="*/ 0 h 2190849"/>
              <a:gd name="csX2" fmla="*/ 2043934 w 2190895"/>
              <a:gd name="csY2" fmla="*/ 547724 h 2190849"/>
              <a:gd name="csX3" fmla="*/ 2061324 w 2190895"/>
              <a:gd name="csY3" fmla="*/ 578957 h 2190849"/>
              <a:gd name="csX4" fmla="*/ 2061346 w 2190895"/>
              <a:gd name="csY4" fmla="*/ 578935 h 2190849"/>
              <a:gd name="csX5" fmla="*/ 2190895 w 2190895"/>
              <a:gd name="csY5" fmla="*/ 1095425 h 2190849"/>
              <a:gd name="csX6" fmla="*/ 2043956 w 2190895"/>
              <a:gd name="csY6" fmla="*/ 1643103 h 2190849"/>
              <a:gd name="csX7" fmla="*/ 1095425 w 2190895"/>
              <a:gd name="csY7" fmla="*/ 2190849 h 2190849"/>
              <a:gd name="csX8" fmla="*/ 0 w 2190895"/>
              <a:gd name="csY8" fmla="*/ 2190849 h 2190849"/>
              <a:gd name="csX9" fmla="*/ 114 w 2190895"/>
              <a:gd name="csY9" fmla="*/ 2183893 h 2190849"/>
              <a:gd name="csX10" fmla="*/ 146916 w 2190895"/>
              <a:gd name="csY10" fmla="*/ 1643126 h 2190849"/>
              <a:gd name="csX11" fmla="*/ 1095402 w 2190895"/>
              <a:gd name="csY11" fmla="*/ 1095425 h 2190849"/>
              <a:gd name="csX12" fmla="*/ 146916 w 2190895"/>
              <a:gd name="csY12" fmla="*/ 547724 h 2190849"/>
              <a:gd name="csX13" fmla="*/ 0 w 2190895"/>
              <a:gd name="csY13" fmla="*/ 0 h 219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90895" h="2190849">
                <a:moveTo>
                  <a:pt x="0" y="0"/>
                </a:moveTo>
                <a:lnTo>
                  <a:pt x="1095425" y="0"/>
                </a:lnTo>
                <a:cubicBezTo>
                  <a:pt x="1500802" y="0"/>
                  <a:pt x="1854486" y="220408"/>
                  <a:pt x="2043934" y="547724"/>
                </a:cubicBezTo>
                <a:cubicBezTo>
                  <a:pt x="2049685" y="557680"/>
                  <a:pt x="2055481" y="568114"/>
                  <a:pt x="2061324" y="578957"/>
                </a:cubicBezTo>
                <a:lnTo>
                  <a:pt x="2061346" y="578935"/>
                </a:lnTo>
                <a:cubicBezTo>
                  <a:pt x="2143863" y="732829"/>
                  <a:pt x="2190895" y="908592"/>
                  <a:pt x="2190895" y="1095425"/>
                </a:cubicBezTo>
                <a:cubicBezTo>
                  <a:pt x="2190895" y="1295010"/>
                  <a:pt x="2137202" y="1481980"/>
                  <a:pt x="2043956" y="1643103"/>
                </a:cubicBezTo>
                <a:cubicBezTo>
                  <a:pt x="1854509" y="1970441"/>
                  <a:pt x="1500824" y="2190849"/>
                  <a:pt x="1095425" y="2190849"/>
                </a:cubicBezTo>
                <a:lnTo>
                  <a:pt x="0" y="2190849"/>
                </a:lnTo>
                <a:cubicBezTo>
                  <a:pt x="0" y="2188508"/>
                  <a:pt x="114" y="2186212"/>
                  <a:pt x="114" y="2183893"/>
                </a:cubicBezTo>
                <a:cubicBezTo>
                  <a:pt x="1341" y="1986922"/>
                  <a:pt x="54738" y="1802385"/>
                  <a:pt x="146916" y="1643126"/>
                </a:cubicBezTo>
                <a:cubicBezTo>
                  <a:pt x="336340" y="1315810"/>
                  <a:pt x="690025" y="1095425"/>
                  <a:pt x="1095402" y="1095425"/>
                </a:cubicBezTo>
                <a:cubicBezTo>
                  <a:pt x="690025" y="1095425"/>
                  <a:pt x="336340" y="875062"/>
                  <a:pt x="146916" y="547724"/>
                </a:cubicBezTo>
                <a:cubicBezTo>
                  <a:pt x="53647" y="386555"/>
                  <a:pt x="0" y="19960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 chosen image.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89440A-D930-E743-4285-60B7667BFE34}"/>
              </a:ext>
            </a:extLst>
          </p:cNvPr>
          <p:cNvSpPr txBox="1"/>
          <p:nvPr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bg1"/>
                </a:solidFill>
              </a:rPr>
              <a:t>Private &amp; Confidential © DS Smith Ltd     www.dssmith.com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2B75A-7423-693C-E669-DF34B5086383}"/>
              </a:ext>
            </a:extLst>
          </p:cNvPr>
          <p:cNvSpPr txBox="1">
            <a:spLocks/>
          </p:cNvSpPr>
          <p:nvPr/>
        </p:nvSpPr>
        <p:spPr>
          <a:xfrm>
            <a:off x="466725" y="631963"/>
            <a:ext cx="874395" cy="481778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44A4061-DCD1-1E4D-E9E8-4D59B817E339}"/>
              </a:ext>
            </a:extLst>
          </p:cNvPr>
          <p:cNvGrpSpPr>
            <a:grpSpLocks noChangeAspect="1"/>
          </p:cNvGrpSpPr>
          <p:nvPr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1B6054C-426B-1A5C-CF35-B44A94B90127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3C9F2FE-E7FF-B734-AB34-799FA4A5009B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26A905-F856-8279-D922-7C857AC6BC2A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7F3817-DFF1-7B22-016F-0B373B01B6B7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1643B30-18CE-4871-AE0B-73AD430A02B5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60DB8B9-D93F-1FB4-A37A-D7DFAFFFC998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546A933-CCAC-968D-4AF1-0DDA6DEBA74D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DD71AE2-2BEF-46BF-E6CF-B0FFFD94ADDA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E9FCF2E-6CCF-52A8-3840-62D54A27B360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86ABA8-B6EE-0544-D864-4418FC6F7EAB}"/>
              </a:ext>
            </a:extLst>
          </p:cNvPr>
          <p:cNvSpPr txBox="1"/>
          <p:nvPr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Change Picture, then use Crop to position it within the D‑shaped device.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65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Full Bleed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CD22C9-63AE-5D00-8595-70B5D143304C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43EC3-CFC5-A7B1-1631-4CD295DC48FA}"/>
              </a:ext>
            </a:extLst>
          </p:cNvPr>
          <p:cNvSpPr/>
          <p:nvPr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13B8C-0ACF-8690-3B02-3EC5B23FA37A}"/>
              </a:ext>
            </a:extLst>
          </p:cNvPr>
          <p:cNvSpPr/>
          <p:nvPr/>
        </p:nvSpPr>
        <p:spPr>
          <a:xfrm>
            <a:off x="466725" y="466727"/>
            <a:ext cx="6672263" cy="4695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1863F26-1863-538F-532D-4B0F518858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1378743"/>
            <a:ext cx="6672263" cy="2254250"/>
          </a:xfrm>
        </p:spPr>
        <p:txBody>
          <a:bodyPr lIns="252000" tIns="0" rIns="252000" bIns="216000"/>
          <a:lstStyle>
            <a:lvl1pPr>
              <a:lnSpc>
                <a:spcPct val="95000"/>
              </a:lnSpc>
              <a:spcAft>
                <a:spcPts val="4800"/>
              </a:spcAft>
              <a:defRPr sz="2800" b="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400" b="0">
                <a:solidFill>
                  <a:schemeClr val="tx1"/>
                </a:solidFill>
              </a:defRPr>
            </a:lvl2pPr>
            <a:lvl3pPr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0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4504DE-CC19-7338-67CE-FBD339ECB2F7}"/>
              </a:ext>
            </a:extLst>
          </p:cNvPr>
          <p:cNvSpPr txBox="1">
            <a:spLocks/>
          </p:cNvSpPr>
          <p:nvPr/>
        </p:nvSpPr>
        <p:spPr>
          <a:xfrm>
            <a:off x="694238" y="712925"/>
            <a:ext cx="1005022" cy="553752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CE382AC-A44C-E1FD-20D0-7183936F61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EBB1AA7-8937-B2B2-FF50-D780ADB064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4195417"/>
            <a:ext cx="6672263" cy="967133"/>
          </a:xfrm>
        </p:spPr>
        <p:txBody>
          <a:bodyPr lIns="252000" tIns="216000" rIns="252000" bIns="216000" anchor="b" anchorCtr="0">
            <a:sp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sz="1600" b="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600" b="1">
                <a:solidFill>
                  <a:schemeClr val="tx2"/>
                </a:solidFill>
              </a:defRPr>
            </a:lvl2pPr>
            <a:lvl3pPr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Context of quote</a:t>
            </a:r>
          </a:p>
          <a:p>
            <a:pPr lvl="1"/>
            <a:r>
              <a:rPr lang="en-US" dirty="0"/>
              <a:t>Name and job 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275F4-1EA7-2DC2-21F7-8D043B6EFD21}"/>
              </a:ext>
            </a:extLst>
          </p:cNvPr>
          <p:cNvSpPr txBox="1"/>
          <p:nvPr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Private &amp; Confidential © DS Smith Ltd     www.dssmith.com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F0F566-5EE9-B093-9DF1-7A9606F9A8F1}"/>
              </a:ext>
            </a:extLst>
          </p:cNvPr>
          <p:cNvGrpSpPr>
            <a:grpSpLocks noChangeAspect="1"/>
          </p:cNvGrpSpPr>
          <p:nvPr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181F03B-C9EC-9C8C-1928-43593D728A86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C211441-AC8B-D262-6BDB-50FBC27575A6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9E03BFC-ACCB-EAE5-9C22-41FF28C33038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8C1FC31-CA45-83C5-1DF6-A9A5D90079C3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99F2494-1BB3-6778-A260-FA5BF47A3C6D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A3769E6-67B7-6266-DEF5-626C04F19A5C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B42B8C8-B0C4-E340-6409-8040E7741307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0DF68DB-70F9-E0F0-072D-B6AF9BE4C63F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F5C799D-7E95-0E74-1C8C-B0E060F454B2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FF442B-2AF6-FF4C-B708-ABFE1EA4FB2E}"/>
              </a:ext>
            </a:extLst>
          </p:cNvPr>
          <p:cNvSpPr txBox="1"/>
          <p:nvPr/>
        </p:nvSpPr>
        <p:spPr>
          <a:xfrm>
            <a:off x="12511610" y="1451443"/>
            <a:ext cx="2054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Format Background. Under Picture Source select ‘Insert’ to locate your chosen image.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17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graphic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E2B03-E8CA-9275-0F0A-554A155F3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FE8B97F-B4BC-2963-FC1D-0C822FB13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28"/>
          <a:stretch>
            <a:fillRect/>
          </a:stretch>
        </p:blipFill>
        <p:spPr>
          <a:xfrm>
            <a:off x="6958012" y="-1"/>
            <a:ext cx="4781549" cy="5799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09FA38-D89A-20E1-87AE-2BA25FC0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E2BD9C-6482-472B-5999-A897ECA64248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3724214-C358-C279-8EF3-20955365B13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910513" y="1441450"/>
            <a:ext cx="2859086" cy="390048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9CDFC7-31B8-E8EF-1BFE-12C62FE5085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66726" y="1441450"/>
            <a:ext cx="5538788" cy="469582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CA898-3A45-8C26-C79E-F19E7132AD9F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3B36C65-7E25-C277-9185-181AA1FA35DE}"/>
              </a:ext>
            </a:extLst>
          </p:cNvPr>
          <p:cNvSpPr txBox="1"/>
          <p:nvPr/>
        </p:nvSpPr>
        <p:spPr>
          <a:xfrm>
            <a:off x="12397833" y="2326741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A transparent PNG must be used here, such as a product cut out.</a:t>
            </a:r>
          </a:p>
        </p:txBody>
      </p:sp>
    </p:spTree>
    <p:extLst>
      <p:ext uri="{BB962C8B-B14F-4D97-AF65-F5344CB8AC3E}">
        <p14:creationId xmlns:p14="http://schemas.microsoft.com/office/powerpoint/2010/main" val="139016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l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B171-4B0D-0B0F-A534-FAFB6138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2A282-6585-8E1E-5272-41E92E29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7BB23-C6ED-26EF-7B7B-1B051FAE2A7E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63C12C-4497-51DF-19E6-C1655B86E07C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4B2AA2F4-690B-6627-7ECC-B3DFECAEA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8041" y="1439755"/>
            <a:ext cx="9095918" cy="494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9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ld Map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raphic 656">
            <a:extLst>
              <a:ext uri="{FF2B5EF4-FFF2-40B4-BE49-F238E27FC236}">
                <a16:creationId xmlns:a16="http://schemas.microsoft.com/office/drawing/2014/main" id="{941ECEB2-3394-69A5-5A88-B0C3A4953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8041" y="1439755"/>
            <a:ext cx="9095918" cy="4949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CB171-4B0D-0B0F-A534-FAFB6138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5553076" cy="40011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2A282-6585-8E1E-5272-41E92E29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7BB23-C6ED-26EF-7B7B-1B051FAE2A7E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63C12C-4497-51DF-19E6-C1655B86E07C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6" name="Picture 635">
            <a:extLst>
              <a:ext uri="{FF2B5EF4-FFF2-40B4-BE49-F238E27FC236}">
                <a16:creationId xmlns:a16="http://schemas.microsoft.com/office/drawing/2014/main" id="{4A31DA68-F190-25F4-902F-DE7418524D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13284" y="2530516"/>
            <a:ext cx="2892941" cy="2886034"/>
          </a:xfrm>
          <a:prstGeom prst="ellipse">
            <a:avLst/>
          </a:prstGeom>
          <a:ln w="6350">
            <a:solidFill>
              <a:schemeClr val="tx2"/>
            </a:solidFill>
          </a:ln>
        </p:spPr>
      </p:pic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EAA2538E-40B2-F9BF-EFC2-D4DADC90A138}"/>
              </a:ext>
            </a:extLst>
          </p:cNvPr>
          <p:cNvCxnSpPr>
            <a:cxnSpLocks/>
            <a:endCxn id="643" idx="6"/>
          </p:cNvCxnSpPr>
          <p:nvPr/>
        </p:nvCxnSpPr>
        <p:spPr>
          <a:xfrm flipH="1">
            <a:off x="6110290" y="3047205"/>
            <a:ext cx="30337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Oval 640">
            <a:extLst>
              <a:ext uri="{FF2B5EF4-FFF2-40B4-BE49-F238E27FC236}">
                <a16:creationId xmlns:a16="http://schemas.microsoft.com/office/drawing/2014/main" id="{71BB2CA7-F0EF-5875-747E-6A9C1ECACD97}"/>
              </a:ext>
            </a:extLst>
          </p:cNvPr>
          <p:cNvSpPr/>
          <p:nvPr/>
        </p:nvSpPr>
        <p:spPr>
          <a:xfrm>
            <a:off x="5302251" y="2296319"/>
            <a:ext cx="1501774" cy="1501772"/>
          </a:xfrm>
          <a:prstGeom prst="ellipse">
            <a:avLst/>
          </a:prstGeom>
          <a:solidFill>
            <a:schemeClr val="tx2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6522CAEB-3A69-24C5-5743-B88ED5E88E8E}"/>
              </a:ext>
            </a:extLst>
          </p:cNvPr>
          <p:cNvSpPr/>
          <p:nvPr/>
        </p:nvSpPr>
        <p:spPr>
          <a:xfrm>
            <a:off x="5995986" y="2990053"/>
            <a:ext cx="114304" cy="114304"/>
          </a:xfrm>
          <a:prstGeom prst="ellipse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46" name="Picture 645">
            <a:extLst>
              <a:ext uri="{FF2B5EF4-FFF2-40B4-BE49-F238E27FC236}">
                <a16:creationId xmlns:a16="http://schemas.microsoft.com/office/drawing/2014/main" id="{066FD335-8EE8-584D-D975-9AC8FF4FDD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4826" y="1589799"/>
            <a:ext cx="2170744" cy="2170742"/>
          </a:xfrm>
          <a:prstGeom prst="ellipse">
            <a:avLst/>
          </a:prstGeom>
          <a:ln w="6350">
            <a:solidFill>
              <a:srgbClr val="006963"/>
            </a:solidFill>
          </a:ln>
        </p:spPr>
      </p:pic>
      <p:sp>
        <p:nvSpPr>
          <p:cNvPr id="647" name="Oval 646">
            <a:extLst>
              <a:ext uri="{FF2B5EF4-FFF2-40B4-BE49-F238E27FC236}">
                <a16:creationId xmlns:a16="http://schemas.microsoft.com/office/drawing/2014/main" id="{0FABCBDB-1130-B7E5-D85B-847FA383DFFC}"/>
              </a:ext>
            </a:extLst>
          </p:cNvPr>
          <p:cNvSpPr/>
          <p:nvPr/>
        </p:nvSpPr>
        <p:spPr>
          <a:xfrm>
            <a:off x="3114827" y="3080911"/>
            <a:ext cx="971974" cy="971972"/>
          </a:xfrm>
          <a:prstGeom prst="ellipse">
            <a:avLst/>
          </a:prstGeom>
          <a:solidFill>
            <a:srgbClr val="006963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0CE21B0B-2799-5093-90E3-5F96DFF171AA}"/>
              </a:ext>
            </a:extLst>
          </p:cNvPr>
          <p:cNvCxnSpPr>
            <a:cxnSpLocks/>
            <a:stCxn id="654" idx="2"/>
          </p:cNvCxnSpPr>
          <p:nvPr/>
        </p:nvCxnSpPr>
        <p:spPr>
          <a:xfrm flipH="1">
            <a:off x="2178843" y="3566896"/>
            <a:ext cx="1364818" cy="0"/>
          </a:xfrm>
          <a:prstGeom prst="line">
            <a:avLst/>
          </a:prstGeom>
          <a:ln w="6350">
            <a:solidFill>
              <a:srgbClr val="0069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Oval 653">
            <a:extLst>
              <a:ext uri="{FF2B5EF4-FFF2-40B4-BE49-F238E27FC236}">
                <a16:creationId xmlns:a16="http://schemas.microsoft.com/office/drawing/2014/main" id="{3BD804E2-CDC4-2283-653B-97F63B61FF2F}"/>
              </a:ext>
            </a:extLst>
          </p:cNvPr>
          <p:cNvSpPr/>
          <p:nvPr/>
        </p:nvSpPr>
        <p:spPr>
          <a:xfrm>
            <a:off x="3543661" y="3509744"/>
            <a:ext cx="114304" cy="114304"/>
          </a:xfrm>
          <a:prstGeom prst="ellipse">
            <a:avLst/>
          </a:prstGeom>
          <a:noFill/>
          <a:ln w="6350">
            <a:solidFill>
              <a:srgbClr val="00696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8" name="Text Placeholder 50">
            <a:extLst>
              <a:ext uri="{FF2B5EF4-FFF2-40B4-BE49-F238E27FC236}">
                <a16:creationId xmlns:a16="http://schemas.microsoft.com/office/drawing/2014/main" id="{6EBEA0A0-7181-C29D-0D02-F27B14EAA5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864600" y="1094780"/>
            <a:ext cx="2859088" cy="949737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>
              <a:defRPr sz="11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60" name="Picture Placeholder 659">
            <a:extLst>
              <a:ext uri="{FF2B5EF4-FFF2-40B4-BE49-F238E27FC236}">
                <a16:creationId xmlns:a16="http://schemas.microsoft.com/office/drawing/2014/main" id="{44BB552E-3DC1-74AF-5F00-764852CF271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864600" y="476604"/>
            <a:ext cx="952500" cy="5111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65" name="Text Placeholder 50">
            <a:extLst>
              <a:ext uri="{FF2B5EF4-FFF2-40B4-BE49-F238E27FC236}">
                <a16:creationId xmlns:a16="http://schemas.microsoft.com/office/drawing/2014/main" id="{CD66FD6D-C72F-8A12-67A0-CCE3773B1D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6725" y="4556924"/>
            <a:ext cx="2859088" cy="949737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>
              <a:defRPr sz="11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66" name="Picture Placeholder 659">
            <a:extLst>
              <a:ext uri="{FF2B5EF4-FFF2-40B4-BE49-F238E27FC236}">
                <a16:creationId xmlns:a16="http://schemas.microsoft.com/office/drawing/2014/main" id="{70BCAF12-3CA4-6DB6-E143-F65785959B7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6725" y="3938748"/>
            <a:ext cx="952500" cy="5111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05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ership Team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Placeholder 72">
            <a:extLst>
              <a:ext uri="{FF2B5EF4-FFF2-40B4-BE49-F238E27FC236}">
                <a16:creationId xmlns:a16="http://schemas.microsoft.com/office/drawing/2014/main" id="{F0F60765-D3DC-1E54-B727-1C40B05163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6725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6" name="Text Placeholder 72">
            <a:extLst>
              <a:ext uri="{FF2B5EF4-FFF2-40B4-BE49-F238E27FC236}">
                <a16:creationId xmlns:a16="http://schemas.microsoft.com/office/drawing/2014/main" id="{D70F0F4B-73C0-6BBE-937B-8D298C8C38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58151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7" name="Text Placeholder 72">
            <a:extLst>
              <a:ext uri="{FF2B5EF4-FFF2-40B4-BE49-F238E27FC236}">
                <a16:creationId xmlns:a16="http://schemas.microsoft.com/office/drawing/2014/main" id="{AF5F30A0-C983-5E45-04BC-F68ED3A3DD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9577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8" name="Text Placeholder 72">
            <a:extLst>
              <a:ext uri="{FF2B5EF4-FFF2-40B4-BE49-F238E27FC236}">
                <a16:creationId xmlns:a16="http://schemas.microsoft.com/office/drawing/2014/main" id="{BAE54AA9-EF38-96D3-91CE-C67313E052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41003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0" name="Text Placeholder 72">
            <a:extLst>
              <a:ext uri="{FF2B5EF4-FFF2-40B4-BE49-F238E27FC236}">
                <a16:creationId xmlns:a16="http://schemas.microsoft.com/office/drawing/2014/main" id="{48C30BAB-D077-2324-BCE5-4F738895EE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869563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2" name="Text Placeholder 72">
            <a:extLst>
              <a:ext uri="{FF2B5EF4-FFF2-40B4-BE49-F238E27FC236}">
                <a16:creationId xmlns:a16="http://schemas.microsoft.com/office/drawing/2014/main" id="{2E21E270-33BF-1E88-B377-F729F83FE3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8142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3" name="Text Placeholder 72">
            <a:extLst>
              <a:ext uri="{FF2B5EF4-FFF2-40B4-BE49-F238E27FC236}">
                <a16:creationId xmlns:a16="http://schemas.microsoft.com/office/drawing/2014/main" id="{6289FA9E-5492-9A33-10E2-2565F9E1E3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12438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4" name="Text Placeholder 72">
            <a:extLst>
              <a:ext uri="{FF2B5EF4-FFF2-40B4-BE49-F238E27FC236}">
                <a16:creationId xmlns:a16="http://schemas.microsoft.com/office/drawing/2014/main" id="{E11989EB-A923-039F-894C-5B8B0AB84B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03864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5" name="Text Placeholder 72">
            <a:extLst>
              <a:ext uri="{FF2B5EF4-FFF2-40B4-BE49-F238E27FC236}">
                <a16:creationId xmlns:a16="http://schemas.microsoft.com/office/drawing/2014/main" id="{FF962096-9F7D-1231-C465-DF62CBB74E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5290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6" name="Text Placeholder 72">
            <a:extLst>
              <a:ext uri="{FF2B5EF4-FFF2-40B4-BE49-F238E27FC236}">
                <a16:creationId xmlns:a16="http://schemas.microsoft.com/office/drawing/2014/main" id="{46EA0BE3-5D74-15DC-ECCE-15CA2143E0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86716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7" name="Text Placeholder 72">
            <a:extLst>
              <a:ext uri="{FF2B5EF4-FFF2-40B4-BE49-F238E27FC236}">
                <a16:creationId xmlns:a16="http://schemas.microsoft.com/office/drawing/2014/main" id="{2159E202-74AE-436A-2EB9-AB206DBDC5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32429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8" name="Text Placeholder 72">
            <a:extLst>
              <a:ext uri="{FF2B5EF4-FFF2-40B4-BE49-F238E27FC236}">
                <a16:creationId xmlns:a16="http://schemas.microsoft.com/office/drawing/2014/main" id="{92D2058A-B0F3-F1E9-5B91-B7E23B31DC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23855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4E07D-F799-1F09-D02E-E71F7A473797}"/>
              </a:ext>
            </a:extLst>
          </p:cNvPr>
          <p:cNvSpPr/>
          <p:nvPr/>
        </p:nvSpPr>
        <p:spPr>
          <a:xfrm>
            <a:off x="0" y="0"/>
            <a:ext cx="12192000" cy="25019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17CE6-2E72-0F0E-F01B-F269F3D0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3FEAB-D6D0-8C78-5D6E-98136C5A8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52891E-EF82-6E4C-5953-EC64EF7CF688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70654A-D31B-A8CF-A68A-5411436A80F1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F9051500-4E36-8E22-6EE1-E8358D472D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725" y="1338265"/>
            <a:ext cx="979486" cy="979485"/>
          </a:xfrm>
          <a:prstGeom prst="ellipse">
            <a:avLst/>
          </a:prstGeo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56" name="Picture Placeholder 53">
            <a:extLst>
              <a:ext uri="{FF2B5EF4-FFF2-40B4-BE49-F238E27FC236}">
                <a16:creationId xmlns:a16="http://schemas.microsoft.com/office/drawing/2014/main" id="{25925CF6-132E-1938-FB65-420366801B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4982" y="1338265"/>
            <a:ext cx="979486" cy="979485"/>
          </a:xfrm>
          <a:prstGeom prst="ellipse">
            <a:avLst/>
          </a:prstGeo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9DCEC398-4BF2-39B3-35D4-A90D952097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211" y="1529208"/>
            <a:ext cx="2392363" cy="597599"/>
          </a:xfrm>
        </p:spPr>
        <p:txBody>
          <a:bodyPr wrap="square" lIns="180000" tIns="0" rIns="252000" bIns="0" anchor="t" anchorCtr="0">
            <a:sp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sz="1200" b="1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2pPr>
            <a:lvl3pPr>
              <a:buNone/>
              <a:defRPr sz="900" b="1" spc="3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/ job position</a:t>
            </a:r>
          </a:p>
          <a:p>
            <a:pPr lvl="2"/>
            <a:r>
              <a:rPr lang="en-US" dirty="0"/>
              <a:t>REGION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746CEC43-81B2-5CF4-ABCC-35ECED8B45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4468" y="1529208"/>
            <a:ext cx="2392363" cy="597599"/>
          </a:xfrm>
        </p:spPr>
        <p:txBody>
          <a:bodyPr wrap="square" lIns="180000" tIns="0" rIns="252000" bIns="0" anchor="t" anchorCtr="0">
            <a:sp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sz="1200" b="1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2pPr>
            <a:lvl3pPr>
              <a:buNone/>
              <a:defRPr sz="900" b="1" spc="3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/ job position</a:t>
            </a:r>
          </a:p>
          <a:p>
            <a:pPr lvl="2"/>
            <a:r>
              <a:rPr lang="en-US" dirty="0"/>
              <a:t>REGION</a:t>
            </a:r>
          </a:p>
        </p:txBody>
      </p:sp>
      <p:sp>
        <p:nvSpPr>
          <p:cNvPr id="59" name="Picture Placeholder 53">
            <a:extLst>
              <a:ext uri="{FF2B5EF4-FFF2-40B4-BE49-F238E27FC236}">
                <a16:creationId xmlns:a16="http://schemas.microsoft.com/office/drawing/2014/main" id="{B38AD012-C6A6-0D6A-19CF-AB2A6C2A9B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9466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0" name="Picture Placeholder 53">
            <a:extLst>
              <a:ext uri="{FF2B5EF4-FFF2-40B4-BE49-F238E27FC236}">
                <a16:creationId xmlns:a16="http://schemas.microsoft.com/office/drawing/2014/main" id="{06F81FAF-5DA4-F29B-369E-2891B51316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75179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1" name="Picture Placeholder 53">
            <a:extLst>
              <a:ext uri="{FF2B5EF4-FFF2-40B4-BE49-F238E27FC236}">
                <a16:creationId xmlns:a16="http://schemas.microsoft.com/office/drawing/2014/main" id="{940EA952-CECB-03A7-7D63-65D1F5E095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20892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92" name="Text Placeholder 72">
            <a:extLst>
              <a:ext uri="{FF2B5EF4-FFF2-40B4-BE49-F238E27FC236}">
                <a16:creationId xmlns:a16="http://schemas.microsoft.com/office/drawing/2014/main" id="{696D0617-F463-6F2E-0C2F-4CD3BAD42C5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6725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62" name="Picture Placeholder 53">
            <a:extLst>
              <a:ext uri="{FF2B5EF4-FFF2-40B4-BE49-F238E27FC236}">
                <a16:creationId xmlns:a16="http://schemas.microsoft.com/office/drawing/2014/main" id="{D1939E86-7B57-62E8-A150-C870EE2E639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6605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3" name="Picture Placeholder 53">
            <a:extLst>
              <a:ext uri="{FF2B5EF4-FFF2-40B4-BE49-F238E27FC236}">
                <a16:creationId xmlns:a16="http://schemas.microsoft.com/office/drawing/2014/main" id="{D695A148-B05F-F5C1-4F1F-3EF43867EFF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12318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4" name="Picture Placeholder 53">
            <a:extLst>
              <a:ext uri="{FF2B5EF4-FFF2-40B4-BE49-F238E27FC236}">
                <a16:creationId xmlns:a16="http://schemas.microsoft.com/office/drawing/2014/main" id="{DDF6CD44-2FC1-87A6-B563-CA218C541B4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58031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6" name="Picture Placeholder 53">
            <a:extLst>
              <a:ext uri="{FF2B5EF4-FFF2-40B4-BE49-F238E27FC236}">
                <a16:creationId xmlns:a16="http://schemas.microsoft.com/office/drawing/2014/main" id="{815A5FF0-3E26-38D8-2CC7-050B189B25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03744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7" name="Picture Placeholder 53">
            <a:extLst>
              <a:ext uri="{FF2B5EF4-FFF2-40B4-BE49-F238E27FC236}">
                <a16:creationId xmlns:a16="http://schemas.microsoft.com/office/drawing/2014/main" id="{64AC47B2-555D-D7EA-3A0E-DCB56D9F06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249457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8" name="Picture Placeholder 53">
            <a:extLst>
              <a:ext uri="{FF2B5EF4-FFF2-40B4-BE49-F238E27FC236}">
                <a16:creationId xmlns:a16="http://schemas.microsoft.com/office/drawing/2014/main" id="{9ECAC961-AA51-100F-8580-8B66E3A06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95170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9" name="Picture Placeholder 53">
            <a:extLst>
              <a:ext uri="{FF2B5EF4-FFF2-40B4-BE49-F238E27FC236}">
                <a16:creationId xmlns:a16="http://schemas.microsoft.com/office/drawing/2014/main" id="{234CBA37-CD40-226D-8A61-416AC652E3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883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70" name="Picture Placeholder 53">
            <a:extLst>
              <a:ext uri="{FF2B5EF4-FFF2-40B4-BE49-F238E27FC236}">
                <a16:creationId xmlns:a16="http://schemas.microsoft.com/office/drawing/2014/main" id="{8A61E0B4-8867-3938-E32A-C402E34805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86596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71" name="Picture Placeholder 53">
            <a:extLst>
              <a:ext uri="{FF2B5EF4-FFF2-40B4-BE49-F238E27FC236}">
                <a16:creationId xmlns:a16="http://schemas.microsoft.com/office/drawing/2014/main" id="{036CD419-800D-86F6-5934-99A601413C7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032304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89" name="Picture Placeholder 53">
            <a:extLst>
              <a:ext uri="{FF2B5EF4-FFF2-40B4-BE49-F238E27FC236}">
                <a16:creationId xmlns:a16="http://schemas.microsoft.com/office/drawing/2014/main" id="{AD3B002D-2844-5F2D-A9DE-58CC8448D70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9466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94" name="Text Placeholder 72">
            <a:extLst>
              <a:ext uri="{FF2B5EF4-FFF2-40B4-BE49-F238E27FC236}">
                <a16:creationId xmlns:a16="http://schemas.microsoft.com/office/drawing/2014/main" id="{AE7D5B0F-004C-740A-7220-784F5D7BF5B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86716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5" name="Text Placeholder 72">
            <a:extLst>
              <a:ext uri="{FF2B5EF4-FFF2-40B4-BE49-F238E27FC236}">
                <a16:creationId xmlns:a16="http://schemas.microsoft.com/office/drawing/2014/main" id="{3CFB1EBD-AB3D-9C13-3E0A-107029A71C6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58151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6" name="Text Placeholder 72">
            <a:extLst>
              <a:ext uri="{FF2B5EF4-FFF2-40B4-BE49-F238E27FC236}">
                <a16:creationId xmlns:a16="http://schemas.microsoft.com/office/drawing/2014/main" id="{218358DA-A6AA-6F0C-C4CB-02B4A50202B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49577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7" name="Text Placeholder 72">
            <a:extLst>
              <a:ext uri="{FF2B5EF4-FFF2-40B4-BE49-F238E27FC236}">
                <a16:creationId xmlns:a16="http://schemas.microsoft.com/office/drawing/2014/main" id="{06A11386-2FC8-A788-6B5A-C0697DE1D74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41003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8" name="Text Placeholder 72">
            <a:extLst>
              <a:ext uri="{FF2B5EF4-FFF2-40B4-BE49-F238E27FC236}">
                <a16:creationId xmlns:a16="http://schemas.microsoft.com/office/drawing/2014/main" id="{92F8D0A2-8B0B-894F-FBD9-5D0791C8360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12438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9" name="Text Placeholder 72">
            <a:extLst>
              <a:ext uri="{FF2B5EF4-FFF2-40B4-BE49-F238E27FC236}">
                <a16:creationId xmlns:a16="http://schemas.microsoft.com/office/drawing/2014/main" id="{1F678092-147A-8A7B-35D9-85FB8CCF3E2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03864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100" name="Text Placeholder 72">
            <a:extLst>
              <a:ext uri="{FF2B5EF4-FFF2-40B4-BE49-F238E27FC236}">
                <a16:creationId xmlns:a16="http://schemas.microsoft.com/office/drawing/2014/main" id="{24A02FB9-31AA-9BFA-D6A5-0723A35F690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95290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101" name="Picture Placeholder 53">
            <a:extLst>
              <a:ext uri="{FF2B5EF4-FFF2-40B4-BE49-F238E27FC236}">
                <a16:creationId xmlns:a16="http://schemas.microsoft.com/office/drawing/2014/main" id="{4A781CD5-3869-7CBA-5C24-7E51AF85F88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575179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102" name="Picture Placeholder 53">
            <a:extLst>
              <a:ext uri="{FF2B5EF4-FFF2-40B4-BE49-F238E27FC236}">
                <a16:creationId xmlns:a16="http://schemas.microsoft.com/office/drawing/2014/main" id="{8BE08B4F-5448-C0CA-3400-7DE4694AAF5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520892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103" name="Picture Placeholder 53">
            <a:extLst>
              <a:ext uri="{FF2B5EF4-FFF2-40B4-BE49-F238E27FC236}">
                <a16:creationId xmlns:a16="http://schemas.microsoft.com/office/drawing/2014/main" id="{7084D1CE-F9D4-FDA3-805C-58AC5116A8E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466605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104" name="Picture Placeholder 53">
            <a:extLst>
              <a:ext uri="{FF2B5EF4-FFF2-40B4-BE49-F238E27FC236}">
                <a16:creationId xmlns:a16="http://schemas.microsoft.com/office/drawing/2014/main" id="{DA6D3C95-65E9-A94C-72FC-8BA84AB1DA7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412318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105" name="Picture Placeholder 53">
            <a:extLst>
              <a:ext uri="{FF2B5EF4-FFF2-40B4-BE49-F238E27FC236}">
                <a16:creationId xmlns:a16="http://schemas.microsoft.com/office/drawing/2014/main" id="{09558C7C-E4D8-0FF8-0F27-00A57AB514CC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358031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106" name="Picture Placeholder 53">
            <a:extLst>
              <a:ext uri="{FF2B5EF4-FFF2-40B4-BE49-F238E27FC236}">
                <a16:creationId xmlns:a16="http://schemas.microsoft.com/office/drawing/2014/main" id="{7684541C-7959-8501-07BA-329F06649C08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303744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107" name="Picture Placeholder 53">
            <a:extLst>
              <a:ext uri="{FF2B5EF4-FFF2-40B4-BE49-F238E27FC236}">
                <a16:creationId xmlns:a16="http://schemas.microsoft.com/office/drawing/2014/main" id="{971210B8-53C2-6FD5-B64F-3F88C212A68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249457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8B907-AFFD-02E9-FDD9-2463795AB629}"/>
              </a:ext>
            </a:extLst>
          </p:cNvPr>
          <p:cNvSpPr txBox="1"/>
          <p:nvPr/>
        </p:nvSpPr>
        <p:spPr>
          <a:xfrm>
            <a:off x="12397833" y="2326741"/>
            <a:ext cx="20547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more team members are needed, simply Copy and Paste existing placeholders. </a:t>
            </a:r>
          </a:p>
          <a:p>
            <a:r>
              <a:rPr lang="en-GB" sz="1200" dirty="0">
                <a:solidFill>
                  <a:schemeClr val="accent1"/>
                </a:solidFill>
              </a:rPr>
              <a:t>If fewer are needed, delete unused placeholders.</a:t>
            </a:r>
          </a:p>
        </p:txBody>
      </p:sp>
    </p:spTree>
    <p:extLst>
      <p:ext uri="{BB962C8B-B14F-4D97-AF65-F5344CB8AC3E}">
        <p14:creationId xmlns:p14="http://schemas.microsoft.com/office/powerpoint/2010/main" val="406198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Purpos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CEDFFE0-2318-F6A1-0D59-8D3DEC873EE1}"/>
              </a:ext>
            </a:extLst>
          </p:cNvPr>
          <p:cNvSpPr/>
          <p:nvPr/>
        </p:nvSpPr>
        <p:spPr>
          <a:xfrm rot="16200000">
            <a:off x="4533001" y="-800999"/>
            <a:ext cx="3125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18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4AF69-04C7-C96B-FCCF-A4C0678E49A2}"/>
              </a:ext>
            </a:extLst>
          </p:cNvPr>
          <p:cNvSpPr txBox="1"/>
          <p:nvPr/>
        </p:nvSpPr>
        <p:spPr>
          <a:xfrm>
            <a:off x="466725" y="387350"/>
            <a:ext cx="6192262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600" dirty="0">
                <a:solidFill>
                  <a:schemeClr val="bg1"/>
                </a:solidFill>
              </a:rPr>
              <a:t>Our purpose</a:t>
            </a:r>
            <a:endParaRPr lang="en-US" sz="26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4B8618-F710-5930-E2B2-722EA71DF522}"/>
              </a:ext>
            </a:extLst>
          </p:cNvPr>
          <p:cNvCxnSpPr>
            <a:cxnSpLocks/>
          </p:cNvCxnSpPr>
          <p:nvPr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EECD4C6-E583-35E7-7F40-31DE29E4637D}"/>
              </a:ext>
            </a:extLst>
          </p:cNvPr>
          <p:cNvSpPr txBox="1"/>
          <p:nvPr/>
        </p:nvSpPr>
        <p:spPr>
          <a:xfrm>
            <a:off x="404221" y="2227317"/>
            <a:ext cx="9440041" cy="175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5700" b="1" spc="-30" baseline="0" dirty="0">
                <a:solidFill>
                  <a:schemeClr val="bg1"/>
                </a:solidFill>
              </a:rPr>
              <a:t>Redefining Packaging</a:t>
            </a:r>
            <a:br>
              <a:rPr lang="en-GB" sz="5700" b="1" spc="-30" baseline="0" dirty="0">
                <a:solidFill>
                  <a:schemeClr val="bg1"/>
                </a:solidFill>
              </a:rPr>
            </a:br>
            <a:r>
              <a:rPr lang="en-GB" sz="5700" b="1" spc="-30" baseline="0" dirty="0">
                <a:solidFill>
                  <a:schemeClr val="bg1"/>
                </a:solidFill>
              </a:rPr>
              <a:t>for a Changing World </a:t>
            </a:r>
            <a:endParaRPr lang="en-GB" sz="5700" spc="-30" baseline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0C8088-3E18-6FA0-B7E0-9B7BA38C3DD5}"/>
              </a:ext>
            </a:extLst>
          </p:cNvPr>
          <p:cNvSpPr/>
          <p:nvPr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690A3-F9EE-1CAA-A8A4-CA994CAB4254}"/>
              </a:ext>
            </a:extLst>
          </p:cNvPr>
          <p:cNvCxnSpPr>
            <a:cxnSpLocks/>
          </p:cNvCxnSpPr>
          <p:nvPr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DDD0D36-CC25-2420-C53A-968A2C82EA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5125801"/>
            <a:ext cx="5602290" cy="1015663"/>
          </a:xfrm>
        </p:spPr>
        <p:txBody>
          <a:bodyPr wrap="square" anchor="b" anchorCtr="0">
            <a:sp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Verdana" panose="020B0604030504040204" pitchFamily="34" charset="0"/>
              <a:buChar char="●"/>
              <a:defRPr sz="1400" b="0">
                <a:solidFill>
                  <a:schemeClr val="bg1"/>
                </a:solidFill>
              </a:defRPr>
            </a:lvl1pPr>
            <a:lvl2pPr marL="216000" indent="-216000">
              <a:buNone/>
              <a:defRPr>
                <a:solidFill>
                  <a:schemeClr val="bg1"/>
                </a:solidFill>
              </a:defRPr>
            </a:lvl2pPr>
            <a:lvl3pPr marL="216000" indent="-216000">
              <a:defRPr>
                <a:solidFill>
                  <a:schemeClr val="bg1"/>
                </a:solidFill>
              </a:defRPr>
            </a:lvl3pPr>
            <a:lvl4pPr marL="216000" indent="-216000">
              <a:defRPr>
                <a:solidFill>
                  <a:schemeClr val="bg1"/>
                </a:solidFill>
              </a:defRPr>
            </a:lvl4pPr>
            <a:lvl5pPr marL="216000" indent="-216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Bullet level one</a:t>
            </a:r>
          </a:p>
          <a:p>
            <a:pPr lvl="0"/>
            <a:r>
              <a:rPr lang="en-US" dirty="0"/>
              <a:t>Bullet level two</a:t>
            </a:r>
          </a:p>
          <a:p>
            <a:pPr lvl="0"/>
            <a:r>
              <a:rPr lang="en-US" dirty="0"/>
              <a:t>Bullet level three</a:t>
            </a:r>
          </a:p>
          <a:p>
            <a:pPr lvl="0"/>
            <a:r>
              <a:rPr lang="en-US" dirty="0"/>
              <a:t>Bullet level four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6F1FC5-C1C9-1CDB-A3C3-97F9D26B8743}"/>
              </a:ext>
            </a:extLst>
          </p:cNvPr>
          <p:cNvSpPr txBox="1"/>
          <p:nvPr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bg1"/>
                </a:solidFill>
              </a:rPr>
              <a:t>Private &amp; Confidential © DS Smith Ltd     www.dssmith.com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B15330A-E892-4E27-7694-73B3A211DF1A}"/>
              </a:ext>
            </a:extLst>
          </p:cNvPr>
          <p:cNvSpPr/>
          <p:nvPr/>
        </p:nvSpPr>
        <p:spPr>
          <a:xfrm>
            <a:off x="466726" y="1828749"/>
            <a:ext cx="408048" cy="408039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4A562F3-D002-16FC-00AC-F14A6722B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6CB3344-4E0A-6D3B-93ED-0027E69B2CD7}"/>
              </a:ext>
            </a:extLst>
          </p:cNvPr>
          <p:cNvGrpSpPr>
            <a:grpSpLocks noChangeAspect="1"/>
          </p:cNvGrpSpPr>
          <p:nvPr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E038FD0-7206-40FE-E2EB-A99592ACD044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BC3AB35-F741-D482-41AB-FA567B2A54D1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E3BC5C6-7912-FDD1-88CD-0B2309A780CA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73FA6CF-BCC5-061D-4F31-FE5D7ECB042F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BB98EAB-1413-CFF4-6871-A1DF17996F60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DDC9A33-717F-E70E-8718-1AC99D55F908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E13CDE2-11F9-E881-5B3C-641EEF5A0ADD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DB53A9-5095-09EE-BB6B-13EAC2D1F3E6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1FB2F53-596C-6767-5FC3-669EA7BE1828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3423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Orange Langu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76719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4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  <a:endParaRPr lang="en-GB" sz="3400" b="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C2CA8-9B5B-8641-B896-48FE9BCE69ED}"/>
              </a:ext>
            </a:extLst>
          </p:cNvPr>
          <p:cNvSpPr/>
          <p:nvPr/>
        </p:nvSpPr>
        <p:spPr>
          <a:xfrm>
            <a:off x="1150938" y="4743933"/>
            <a:ext cx="9888537" cy="1203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Danke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Dankjewel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az-Cyrl-AZ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Благодаря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ja-JP" altLang="en-US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谢谢</a:t>
            </a:r>
            <a:r>
              <a:rPr lang="en-US" altLang="ja-JP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Hvala   Děkuji   Tak   Aitäh   Kiitos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Merci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l-GR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Ευχαριστώ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Köszönöm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Grazie   Paldies   Ačiū   </a:t>
            </a:r>
            <a:r>
              <a:rPr lang="az-Cyrl-AZ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Ви благодарам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ar-AE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شكرا لكم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Dziękuję   Obrigado   Mulțumesc  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Ďakujem   Gracias   Tack   </a:t>
            </a:r>
            <a:r>
              <a:rPr lang="th-TH" sz="20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ขอบคุณ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Teşekkür ederim</a:t>
            </a:r>
            <a:endParaRPr lang="en-GB" sz="1600" b="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E8820C-7488-2D0D-AA3E-7050AF80C860}"/>
              </a:ext>
            </a:extLst>
          </p:cNvPr>
          <p:cNvSpPr/>
          <p:nvPr/>
        </p:nvSpPr>
        <p:spPr>
          <a:xfrm>
            <a:off x="5000576" y="864898"/>
            <a:ext cx="2190895" cy="2190849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066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76719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4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  <a:endParaRPr lang="en-GB" sz="3400" b="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E8820C-7488-2D0D-AA3E-7050AF80C860}"/>
              </a:ext>
            </a:extLst>
          </p:cNvPr>
          <p:cNvSpPr/>
          <p:nvPr/>
        </p:nvSpPr>
        <p:spPr>
          <a:xfrm>
            <a:off x="4610068" y="1943101"/>
            <a:ext cx="2971864" cy="2971798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6B819-9BC1-5A2B-623C-FA83FB819E8B}"/>
              </a:ext>
            </a:extLst>
          </p:cNvPr>
          <p:cNvSpPr/>
          <p:nvPr/>
        </p:nvSpPr>
        <p:spPr>
          <a:xfrm>
            <a:off x="1930400" y="2967335"/>
            <a:ext cx="31035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0" i="0" u="none" strike="noStrike" kern="1200" spc="-3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endParaRPr lang="en-GB" sz="5400" b="0" spc="-30" baseline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69927-0DF8-2D6A-3D33-1C13415D9A4C}"/>
              </a:ext>
            </a:extLst>
          </p:cNvPr>
          <p:cNvSpPr/>
          <p:nvPr/>
        </p:nvSpPr>
        <p:spPr>
          <a:xfrm>
            <a:off x="7158040" y="2967335"/>
            <a:ext cx="3103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0" i="0" u="none" strike="noStrike" kern="1200" spc="-3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endParaRPr lang="en-GB" sz="5400" b="0" spc="-30" baseline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9C352-49DE-CFDC-36C9-D6BA962D0417}"/>
              </a:ext>
            </a:extLst>
          </p:cNvPr>
          <p:cNvSpPr txBox="1"/>
          <p:nvPr/>
        </p:nvSpPr>
        <p:spPr>
          <a:xfrm>
            <a:off x="4511270" y="6455078"/>
            <a:ext cx="31694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dirty="0"/>
              <a:t>Private &amp; Confidential © DS Smith Ltd     www.dssmith.com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DCFA3B6-5538-8E29-AC92-1C6970D4DE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28236" y="6137274"/>
            <a:ext cx="629764" cy="42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5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33B49-FC97-6C5E-A73C-13FCBA583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4F29D3-4746-C2ED-A0ED-C76BB1924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fr-FR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8B553C-60B5-6F22-31A3-7DBD4C64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DA5CB-A3A5-42EB-871D-FF234B63E260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96521B-DDD2-54FD-409A-05EC4BD4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A130E7-D1EF-B2B3-5E7A-7EDC2E5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19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CDEB-CB96-2E40-A91C-7D172D5C1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6" y="1441449"/>
            <a:ext cx="11256962" cy="44592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810B0C7C-4411-B794-770E-5AA5264E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0302876" cy="40011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3E1AF-CBCE-053B-1503-5A3060FE0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4734" y="320474"/>
            <a:ext cx="330200" cy="18466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14639-F6C9-4F90-A029-7DE099E021E5}" type="slidenum">
              <a:rPr lang="fr-FR" smtClean="0"/>
              <a:t>‹Nr.›</a:t>
            </a:fld>
            <a:endParaRPr lang="fr-FR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004ED2A-18F2-5BF8-1F07-F73F098AC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1328236" y="6137274"/>
            <a:ext cx="629764" cy="42249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8ADEB3-FD03-489F-BCC7-0A6C451AF684}"/>
              </a:ext>
            </a:extLst>
          </p:cNvPr>
          <p:cNvSpPr/>
          <p:nvPr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BB1323-D909-46BE-0951-68B32ED93417}"/>
              </a:ext>
            </a:extLst>
          </p:cNvPr>
          <p:cNvSpPr txBox="1"/>
          <p:nvPr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Private &amp; Confidential © DS Smith Ltd     www.dssmith.com</a:t>
            </a:r>
          </a:p>
        </p:txBody>
      </p:sp>
    </p:spTree>
    <p:extLst>
      <p:ext uri="{BB962C8B-B14F-4D97-AF65-F5344CB8AC3E}">
        <p14:creationId xmlns:p14="http://schemas.microsoft.com/office/powerpoint/2010/main" val="339135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917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40000"/>
        <a:buFont typeface="Arial" panose="020B0604020202020204" pitchFamily="34" charset="0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Courier New" panose="02070309020205020404" pitchFamily="49" charset="0"/>
        <a:buNone/>
        <a:defRPr sz="1400" kern="1200">
          <a:solidFill>
            <a:srgbClr val="4D4D4D"/>
          </a:solidFill>
          <a:latin typeface="+mn-lt"/>
          <a:ea typeface="+mn-ea"/>
          <a:cs typeface="+mn-cs"/>
        </a:defRPr>
      </a:lvl2pPr>
      <a:lvl3pPr marL="180000" indent="-18000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sz="1400" kern="1200">
          <a:solidFill>
            <a:srgbClr val="4D4D4D"/>
          </a:solidFill>
          <a:latin typeface="+mn-lt"/>
          <a:ea typeface="+mn-ea"/>
          <a:cs typeface="+mn-cs"/>
        </a:defRPr>
      </a:lvl3pPr>
      <a:lvl4pPr marL="360000" indent="-18000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itchFamily="34" charset="0"/>
        <a:buChar char="–"/>
        <a:defRPr sz="1400" kern="1200">
          <a:solidFill>
            <a:srgbClr val="4D4D4D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Ø"/>
        <a:defRPr sz="16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000000"/>
          </p15:clr>
        </p15:guide>
        <p15:guide id="2" pos="7680">
          <p15:clr>
            <a:srgbClr val="000000"/>
          </p15:clr>
        </p15:guide>
        <p15:guide id="3" pos="294">
          <p15:clr>
            <a:srgbClr val="000000"/>
          </p15:clr>
        </p15:guide>
        <p15:guide id="4" pos="781">
          <p15:clr>
            <a:srgbClr val="E97132"/>
          </p15:clr>
        </p15:guide>
        <p15:guide id="5" pos="895">
          <p15:clr>
            <a:srgbClr val="E97132"/>
          </p15:clr>
        </p15:guide>
        <p15:guide id="6" pos="1382">
          <p15:clr>
            <a:srgbClr val="E97132"/>
          </p15:clr>
        </p15:guide>
        <p15:guide id="7" pos="1495">
          <p15:clr>
            <a:srgbClr val="E97132"/>
          </p15:clr>
        </p15:guide>
        <p15:guide id="8" pos="1982">
          <p15:clr>
            <a:srgbClr val="E97132"/>
          </p15:clr>
        </p15:guide>
        <p15:guide id="9" pos="2095">
          <p15:clr>
            <a:srgbClr val="E97132"/>
          </p15:clr>
        </p15:guide>
        <p15:guide id="10" pos="2582">
          <p15:clr>
            <a:srgbClr val="E97132"/>
          </p15:clr>
        </p15:guide>
        <p15:guide id="11" pos="2696">
          <p15:clr>
            <a:srgbClr val="E97132"/>
          </p15:clr>
        </p15:guide>
        <p15:guide id="12" pos="3182">
          <p15:clr>
            <a:srgbClr val="E97132"/>
          </p15:clr>
        </p15:guide>
        <p15:guide id="13" pos="3296">
          <p15:clr>
            <a:srgbClr val="E97132"/>
          </p15:clr>
        </p15:guide>
        <p15:guide id="14" pos="3783">
          <p15:clr>
            <a:srgbClr val="E97132"/>
          </p15:clr>
        </p15:guide>
        <p15:guide id="15" pos="3896">
          <p15:clr>
            <a:srgbClr val="E97132"/>
          </p15:clr>
        </p15:guide>
        <p15:guide id="16" pos="4383">
          <p15:clr>
            <a:srgbClr val="E97132"/>
          </p15:clr>
        </p15:guide>
        <p15:guide id="17" pos="4497">
          <p15:clr>
            <a:srgbClr val="E97132"/>
          </p15:clr>
        </p15:guide>
        <p15:guide id="18" pos="4983">
          <p15:clr>
            <a:srgbClr val="E97132"/>
          </p15:clr>
        </p15:guide>
        <p15:guide id="19" pos="5097">
          <p15:clr>
            <a:srgbClr val="E97132"/>
          </p15:clr>
        </p15:guide>
        <p15:guide id="20" pos="5584">
          <p15:clr>
            <a:srgbClr val="E97132"/>
          </p15:clr>
        </p15:guide>
        <p15:guide id="21" pos="5697">
          <p15:clr>
            <a:srgbClr val="E97132"/>
          </p15:clr>
        </p15:guide>
        <p15:guide id="22" pos="6184">
          <p15:clr>
            <a:srgbClr val="E97132"/>
          </p15:clr>
        </p15:guide>
        <p15:guide id="23" pos="6297">
          <p15:clr>
            <a:srgbClr val="E97132"/>
          </p15:clr>
        </p15:guide>
        <p15:guide id="24" pos="6784">
          <p15:clr>
            <a:srgbClr val="E97132"/>
          </p15:clr>
        </p15:guide>
        <p15:guide id="25" pos="6898">
          <p15:clr>
            <a:srgbClr val="E97132"/>
          </p15:clr>
        </p15:guide>
        <p15:guide id="26" pos="7385">
          <p15:clr>
            <a:srgbClr val="000000"/>
          </p15:clr>
        </p15:guide>
        <p15:guide id="27" orient="horz">
          <p15:clr>
            <a:srgbClr val="000000"/>
          </p15:clr>
        </p15:guide>
        <p15:guide id="28" orient="horz" pos="4320">
          <p15:clr>
            <a:srgbClr val="000000"/>
          </p15:clr>
        </p15:guide>
        <p15:guide id="29" orient="horz" pos="294">
          <p15:clr>
            <a:srgbClr val="000000"/>
          </p15:clr>
        </p15:guide>
        <p15:guide id="30" orient="horz" pos="795">
          <p15:clr>
            <a:srgbClr val="E97132"/>
          </p15:clr>
        </p15:guide>
        <p15:guide id="31" orient="horz" pos="908">
          <p15:clr>
            <a:srgbClr val="E97132"/>
          </p15:clr>
        </p15:guide>
        <p15:guide id="32" orient="horz" pos="1409">
          <p15:clr>
            <a:srgbClr val="E97132"/>
          </p15:clr>
        </p15:guide>
        <p15:guide id="33" orient="horz" pos="1523">
          <p15:clr>
            <a:srgbClr val="E97132"/>
          </p15:clr>
        </p15:guide>
        <p15:guide id="34" orient="horz" pos="2023">
          <p15:clr>
            <a:srgbClr val="E97132"/>
          </p15:clr>
        </p15:guide>
        <p15:guide id="35" orient="horz" pos="2137">
          <p15:clr>
            <a:srgbClr val="E97132"/>
          </p15:clr>
        </p15:guide>
        <p15:guide id="36" orient="horz" pos="2638">
          <p15:clr>
            <a:srgbClr val="E97132"/>
          </p15:clr>
        </p15:guide>
        <p15:guide id="37" orient="horz" pos="2751">
          <p15:clr>
            <a:srgbClr val="E97132"/>
          </p15:clr>
        </p15:guide>
        <p15:guide id="38" orient="horz" pos="3252">
          <p15:clr>
            <a:srgbClr val="E97132"/>
          </p15:clr>
        </p15:guide>
        <p15:guide id="39" orient="horz" pos="3365">
          <p15:clr>
            <a:srgbClr val="E97132"/>
          </p15:clr>
        </p15:guide>
        <p15:guide id="40" orient="horz" pos="3866">
          <p15:clr>
            <a:srgbClr val="000000"/>
          </p15:clr>
        </p15:guide>
        <p15:guide id="41" orient="horz" pos="4026">
          <p15:clr>
            <a:srgbClr val="000000"/>
          </p15:clr>
        </p15:guide>
        <p15:guide id="42" orient="horz" pos="3717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BFAF7-159F-9223-AC3E-61DC30E84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65" y="2363093"/>
            <a:ext cx="5538788" cy="1151084"/>
          </a:xfrm>
        </p:spPr>
        <p:txBody>
          <a:bodyPr/>
          <a:lstStyle/>
          <a:p>
            <a:r>
              <a:rPr lang="de-DE" dirty="0"/>
              <a:t>Starch </a:t>
            </a:r>
            <a:r>
              <a:rPr lang="de-DE" dirty="0" err="1"/>
              <a:t>calculation</a:t>
            </a:r>
            <a:r>
              <a:rPr lang="de-DE" dirty="0"/>
              <a:t> </a:t>
            </a:r>
            <a:endParaRPr lang="fr-FR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E51DDC-BF81-AC40-40DA-09E6DEA626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2436" y="6205950"/>
            <a:ext cx="1774825" cy="215444"/>
          </a:xfrm>
        </p:spPr>
        <p:txBody>
          <a:bodyPr/>
          <a:lstStyle/>
          <a:p>
            <a:r>
              <a:rPr lang="de-DE" dirty="0"/>
              <a:t>03.06.2026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47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48F1B-5015-5DD4-E5E8-55024649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de-DE" dirty="0"/>
              <a:t>Starch </a:t>
            </a:r>
            <a:r>
              <a:rPr lang="de-DE" dirty="0" err="1"/>
              <a:t>process</a:t>
            </a:r>
            <a:r>
              <a:rPr lang="de-DE" dirty="0"/>
              <a:t> </a:t>
            </a:r>
            <a:endParaRPr lang="fr-FR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B9970C-5F73-81BC-AC78-48A562DF0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95" y="1063105"/>
            <a:ext cx="9536483" cy="5086124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D7A2E49A-3475-A037-30C9-E44C89CAFDE5}"/>
              </a:ext>
            </a:extLst>
          </p:cNvPr>
          <p:cNvSpPr/>
          <p:nvPr/>
        </p:nvSpPr>
        <p:spPr>
          <a:xfrm>
            <a:off x="7232907" y="3401568"/>
            <a:ext cx="438906" cy="40919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F20963C-8744-B135-77B4-DA6463EE733C}"/>
              </a:ext>
            </a:extLst>
          </p:cNvPr>
          <p:cNvCxnSpPr>
            <a:cxnSpLocks/>
          </p:cNvCxnSpPr>
          <p:nvPr/>
        </p:nvCxnSpPr>
        <p:spPr>
          <a:xfrm>
            <a:off x="7452360" y="3810766"/>
            <a:ext cx="0" cy="246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54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7F45-8A94-6E85-B9B5-FCDC5CEE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602C7-83BB-E098-3731-096900B3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de-DE" dirty="0" err="1"/>
              <a:t>Bone</a:t>
            </a:r>
            <a:r>
              <a:rPr lang="de-DE" dirty="0"/>
              <a:t> Dry Starch</a:t>
            </a:r>
            <a:endParaRPr lang="fr-FR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D2399F-FCAF-3941-9F80-A90C1A049DE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1995" y="1438244"/>
            <a:ext cx="12153276" cy="4695825"/>
          </a:xfrm>
        </p:spPr>
        <p:txBody>
          <a:bodyPr/>
          <a:lstStyle/>
          <a:p>
            <a:r>
              <a:rPr lang="de-DE" dirty="0"/>
              <a:t>(Starch </a:t>
            </a:r>
            <a:r>
              <a:rPr lang="de-DE" dirty="0" err="1"/>
              <a:t>flow</a:t>
            </a:r>
            <a:r>
              <a:rPr lang="de-DE" dirty="0"/>
              <a:t> BR+ </a:t>
            </a:r>
            <a:r>
              <a:rPr lang="de-DE" dirty="0" err="1"/>
              <a:t>Dillution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BR)*</a:t>
            </a:r>
            <a:r>
              <a:rPr lang="de-DE" dirty="0" err="1"/>
              <a:t>consistency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bottom</a:t>
            </a:r>
            <a:r>
              <a:rPr lang="de-DE" dirty="0"/>
              <a:t> roll = </a:t>
            </a:r>
            <a:r>
              <a:rPr lang="de-DE" b="1" dirty="0" err="1"/>
              <a:t>Bone</a:t>
            </a:r>
            <a:r>
              <a:rPr lang="de-DE" b="1" dirty="0"/>
              <a:t> Dry Starch Bottom Roll</a:t>
            </a:r>
          </a:p>
          <a:p>
            <a:pPr lvl="1"/>
            <a:r>
              <a:rPr lang="de-DE" dirty="0"/>
              <a:t>(2-033-FI100-X+2-033-FC100-X)*2-033-QI100-02*10= </a:t>
            </a:r>
            <a:r>
              <a:rPr lang="de-DE" b="1" dirty="0" err="1"/>
              <a:t>Bone</a:t>
            </a:r>
            <a:r>
              <a:rPr lang="de-DE" b="1" dirty="0"/>
              <a:t> Dry Starch Bottom Roll (kg)</a:t>
            </a:r>
          </a:p>
          <a:p>
            <a:pPr marL="319087" lvl="1" indent="0">
              <a:buNone/>
            </a:pPr>
            <a:endParaRPr lang="de-DE" dirty="0"/>
          </a:p>
          <a:p>
            <a:r>
              <a:rPr lang="de-DE" dirty="0" err="1"/>
              <a:t>Bone</a:t>
            </a:r>
            <a:r>
              <a:rPr lang="de-DE" dirty="0"/>
              <a:t> Dry Starch Bottom roll/ Starch </a:t>
            </a:r>
            <a:r>
              <a:rPr lang="de-DE" dirty="0" err="1"/>
              <a:t>flow</a:t>
            </a:r>
            <a:r>
              <a:rPr lang="de-DE" dirty="0"/>
              <a:t> = </a:t>
            </a:r>
            <a:r>
              <a:rPr lang="de-DE" b="1" dirty="0"/>
              <a:t>Consistency </a:t>
            </a:r>
            <a:r>
              <a:rPr lang="de-DE" b="1" dirty="0" err="1"/>
              <a:t>main</a:t>
            </a:r>
            <a:r>
              <a:rPr lang="de-DE" b="1" dirty="0"/>
              <a:t> </a:t>
            </a:r>
            <a:r>
              <a:rPr lang="de-DE" b="1" dirty="0" err="1"/>
              <a:t>pipe</a:t>
            </a:r>
            <a:r>
              <a:rPr lang="de-DE" b="1" dirty="0"/>
              <a:t> </a:t>
            </a:r>
          </a:p>
          <a:p>
            <a:pPr lvl="1"/>
            <a:r>
              <a:rPr lang="de-DE" dirty="0" err="1"/>
              <a:t>Bone</a:t>
            </a:r>
            <a:r>
              <a:rPr lang="de-DE" dirty="0"/>
              <a:t> Dry Starch Bottom Roll/ 2-033-FI100-X/10=</a:t>
            </a:r>
            <a:r>
              <a:rPr lang="de-DE" b="1" dirty="0"/>
              <a:t> Consistency </a:t>
            </a:r>
            <a:r>
              <a:rPr lang="de-DE" b="1" dirty="0" err="1"/>
              <a:t>main</a:t>
            </a:r>
            <a:r>
              <a:rPr lang="de-DE" b="1" dirty="0"/>
              <a:t> </a:t>
            </a:r>
            <a:r>
              <a:rPr lang="de-DE" b="1" dirty="0" err="1"/>
              <a:t>pipe</a:t>
            </a:r>
            <a:r>
              <a:rPr lang="de-DE" b="1" dirty="0"/>
              <a:t> (%)</a:t>
            </a:r>
            <a:endParaRPr lang="de-DE" dirty="0"/>
          </a:p>
          <a:p>
            <a:pPr marL="319087" lvl="1" indent="0">
              <a:buNone/>
            </a:pPr>
            <a:endParaRPr lang="de-DE" b="1" dirty="0"/>
          </a:p>
          <a:p>
            <a:r>
              <a:rPr lang="de-DE" dirty="0"/>
              <a:t>Consistency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pipe</a:t>
            </a:r>
            <a:r>
              <a:rPr lang="de-DE" dirty="0"/>
              <a:t> * Starch </a:t>
            </a:r>
            <a:r>
              <a:rPr lang="de-DE" dirty="0" err="1"/>
              <a:t>flow</a:t>
            </a:r>
            <a:r>
              <a:rPr lang="de-DE" dirty="0"/>
              <a:t> TR = </a:t>
            </a:r>
            <a:r>
              <a:rPr lang="de-DE" b="1" dirty="0" err="1"/>
              <a:t>Bone</a:t>
            </a:r>
            <a:r>
              <a:rPr lang="de-DE" b="1" dirty="0"/>
              <a:t> Dry Starch Top Roll </a:t>
            </a:r>
          </a:p>
          <a:p>
            <a:pPr lvl="1"/>
            <a:r>
              <a:rPr lang="de-DE" dirty="0"/>
              <a:t>Consistency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pipe</a:t>
            </a:r>
            <a:r>
              <a:rPr lang="de-DE" dirty="0"/>
              <a:t>*2-033-FI200-X*10=</a:t>
            </a:r>
            <a:r>
              <a:rPr lang="de-DE" b="1" dirty="0" err="1"/>
              <a:t>Bone</a:t>
            </a:r>
            <a:r>
              <a:rPr lang="de-DE" b="1" dirty="0"/>
              <a:t> Dry Starch Top Roll (kg) </a:t>
            </a:r>
          </a:p>
          <a:p>
            <a:pPr lvl="1"/>
            <a:endParaRPr lang="de-DE" dirty="0"/>
          </a:p>
          <a:p>
            <a:pPr lvl="1"/>
            <a:endParaRPr lang="de-DE" b="1" dirty="0"/>
          </a:p>
          <a:p>
            <a:endParaRPr lang="de-DE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610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C0A5-0C0C-6C36-6DB7-6F735730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FCF28-86BF-1291-36CC-AAB9FBC0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de-DE" dirty="0"/>
              <a:t>Starch </a:t>
            </a:r>
            <a:r>
              <a:rPr lang="de-DE" dirty="0" err="1"/>
              <a:t>Uptake</a:t>
            </a:r>
            <a:r>
              <a:rPr lang="de-DE" dirty="0"/>
              <a:t> </a:t>
            </a:r>
            <a:endParaRPr lang="fr-FR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2E0CED-D59E-6B61-CFE4-722C77BF921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de-DE" dirty="0" err="1"/>
              <a:t>Bone</a:t>
            </a:r>
            <a:r>
              <a:rPr lang="de-DE" dirty="0"/>
              <a:t> Dry Starch * </a:t>
            </a:r>
            <a:r>
              <a:rPr lang="de-DE" dirty="0" err="1"/>
              <a:t>Production</a:t>
            </a:r>
            <a:r>
              <a:rPr lang="de-DE" dirty="0"/>
              <a:t> rate = </a:t>
            </a:r>
            <a:r>
              <a:rPr lang="de-DE" b="1" dirty="0" err="1"/>
              <a:t>Specific</a:t>
            </a:r>
            <a:r>
              <a:rPr lang="de-DE" b="1" dirty="0"/>
              <a:t> </a:t>
            </a:r>
            <a:r>
              <a:rPr lang="de-DE" b="1" dirty="0" err="1"/>
              <a:t>starch</a:t>
            </a:r>
            <a:r>
              <a:rPr lang="de-DE" b="1" dirty="0"/>
              <a:t> </a:t>
            </a:r>
            <a:r>
              <a:rPr lang="de-DE" b="1" dirty="0" err="1"/>
              <a:t>uptake</a:t>
            </a:r>
            <a:r>
              <a:rPr lang="de-DE" b="1" dirty="0"/>
              <a:t> (kg/T)</a:t>
            </a:r>
          </a:p>
          <a:p>
            <a:pPr lvl="1"/>
            <a:r>
              <a:rPr lang="de-DE" dirty="0" err="1"/>
              <a:t>Bone</a:t>
            </a:r>
            <a:r>
              <a:rPr lang="de-DE" dirty="0"/>
              <a:t> Dry Starch BR </a:t>
            </a:r>
            <a:r>
              <a:rPr lang="de-DE" dirty="0" err="1"/>
              <a:t>or</a:t>
            </a:r>
            <a:r>
              <a:rPr lang="de-DE" dirty="0"/>
              <a:t> TR * PRODUCTION-RATE=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starch</a:t>
            </a:r>
            <a:r>
              <a:rPr lang="de-DE" dirty="0"/>
              <a:t> </a:t>
            </a:r>
            <a:r>
              <a:rPr lang="de-DE" dirty="0" err="1"/>
              <a:t>uptake</a:t>
            </a:r>
            <a:r>
              <a:rPr lang="de-DE" dirty="0"/>
              <a:t> (kg/T)</a:t>
            </a:r>
          </a:p>
          <a:p>
            <a:pPr marL="319087" lvl="1" indent="0">
              <a:buNone/>
            </a:pPr>
            <a:endParaRPr lang="de-DE" b="1" dirty="0"/>
          </a:p>
          <a:p>
            <a:r>
              <a:rPr lang="en-US" dirty="0"/>
              <a:t>Width * speed of the </a:t>
            </a:r>
            <a:r>
              <a:rPr lang="en-US" dirty="0" err="1"/>
              <a:t>groupe</a:t>
            </a:r>
            <a:r>
              <a:rPr lang="en-US" dirty="0"/>
              <a:t> 7= </a:t>
            </a:r>
            <a:r>
              <a:rPr lang="en-US" b="1" dirty="0"/>
              <a:t>Square meters produced per hour (m</a:t>
            </a:r>
            <a:r>
              <a:rPr lang="fr-FR" dirty="0"/>
              <a:t>^</a:t>
            </a:r>
            <a:r>
              <a:rPr lang="en-US" b="1" dirty="0"/>
              <a:t>2/h)</a:t>
            </a:r>
          </a:p>
          <a:p>
            <a:pPr lvl="1"/>
            <a:r>
              <a:rPr lang="de-DE" dirty="0">
                <a:highlight>
                  <a:srgbClr val="FFFF00"/>
                </a:highlight>
              </a:rPr>
              <a:t>QO-REEL-CURR-AVG-WEBWIDTH</a:t>
            </a:r>
            <a:r>
              <a:rPr lang="de-DE" dirty="0"/>
              <a:t>/100*</a:t>
            </a:r>
            <a:r>
              <a:rPr lang="de-DE" dirty="0">
                <a:highlight>
                  <a:srgbClr val="FFFF00"/>
                </a:highlight>
              </a:rPr>
              <a:t>2-008-VPOPE-AR0</a:t>
            </a:r>
            <a:r>
              <a:rPr lang="de-DE" dirty="0"/>
              <a:t>*60=</a:t>
            </a:r>
            <a:r>
              <a:rPr lang="en-US" dirty="0"/>
              <a:t> Square meters produced per hour (m</a:t>
            </a:r>
            <a:r>
              <a:rPr lang="fr-FR" dirty="0"/>
              <a:t>^</a:t>
            </a:r>
            <a:r>
              <a:rPr lang="en-US" dirty="0"/>
              <a:t>2/h)</a:t>
            </a:r>
            <a:endParaRPr lang="de-DE" dirty="0"/>
          </a:p>
          <a:p>
            <a:r>
              <a:rPr lang="de-DE" dirty="0" err="1"/>
              <a:t>Bone</a:t>
            </a:r>
            <a:r>
              <a:rPr lang="de-DE" dirty="0"/>
              <a:t> Dry Starch/ </a:t>
            </a:r>
            <a:r>
              <a:rPr lang="en-US" dirty="0"/>
              <a:t>Square meters produced per hour= </a:t>
            </a:r>
            <a:r>
              <a:rPr lang="en-US" b="1" dirty="0"/>
              <a:t>Starch Uptake (g/m</a:t>
            </a:r>
            <a:r>
              <a:rPr lang="fr-FR" dirty="0"/>
              <a:t>^</a:t>
            </a:r>
            <a:r>
              <a:rPr lang="en-US" b="1" dirty="0"/>
              <a:t>2)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0534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Theme">
  <a:themeElements>
    <a:clrScheme name="DS Smith Colour Palette">
      <a:dk1>
        <a:srgbClr val="4D4D4D"/>
      </a:dk1>
      <a:lt1>
        <a:srgbClr val="FFFFFF"/>
      </a:lt1>
      <a:dk2>
        <a:srgbClr val="FF6200"/>
      </a:dk2>
      <a:lt2>
        <a:srgbClr val="4D4D4D"/>
      </a:lt2>
      <a:accent1>
        <a:srgbClr val="CD3700"/>
      </a:accent1>
      <a:accent2>
        <a:srgbClr val="FBB040"/>
      </a:accent2>
      <a:accent3>
        <a:srgbClr val="920C2C"/>
      </a:accent3>
      <a:accent4>
        <a:srgbClr val="5E024E"/>
      </a:accent4>
      <a:accent5>
        <a:srgbClr val="0082A8"/>
      </a:accent5>
      <a:accent6>
        <a:srgbClr val="A2BC13"/>
      </a:accent6>
      <a:hlink>
        <a:srgbClr val="4D4D4D"/>
      </a:hlink>
      <a:folHlink>
        <a:srgbClr val="4D4D4D"/>
      </a:folHlink>
    </a:clrScheme>
    <a:fontScheme name="DS Smith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Primary Orange">
      <a:srgbClr val="FF6200"/>
    </a:custClr>
    <a:custClr name="Primary Grey">
      <a:srgbClr val="4D4D4D"/>
    </a:custClr>
    <a:custClr name="Secondary Deep Orange">
      <a:srgbClr val="CD3700"/>
    </a:custClr>
    <a:custClr name="Secondary Light Orange">
      <a:srgbClr val="FBB040"/>
    </a:custClr>
    <a:custClr name="Tertiary Deep Red">
      <a:srgbClr val="920C2C"/>
    </a:custClr>
    <a:custClr name="Tertiary Purple">
      <a:srgbClr val="5E024E"/>
    </a:custClr>
    <a:custClr name="Tertiary Blue">
      <a:srgbClr val="0082A8"/>
    </a:custClr>
    <a:custClr name="Tertiary Green">
      <a:srgbClr val="A2BC13"/>
    </a:custClr>
  </a:custClrLst>
  <a:extLst>
    <a:ext uri="{05A4C25C-085E-4340-85A3-A5531E510DB2}">
      <thm15:themeFamily xmlns:thm15="http://schemas.microsoft.com/office/thememl/2012/main" name="Default Theme" id="{BDC3A402-FAC9-4D3F-A9B5-8EBF732DF96A}" vid="{F01E05B5-0437-4FAE-88BE-C157158B68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188</Words>
  <Application>Microsoft Office PowerPoint</Application>
  <PresentationFormat>Breitbild</PresentationFormat>
  <Paragraphs>22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Courier New</vt:lpstr>
      <vt:lpstr>Verdana</vt:lpstr>
      <vt:lpstr>Weir Modern</vt:lpstr>
      <vt:lpstr>Wingdings</vt:lpstr>
      <vt:lpstr>Default Theme</vt:lpstr>
      <vt:lpstr>Starch calculation </vt:lpstr>
      <vt:lpstr>Starch process </vt:lpstr>
      <vt:lpstr>Bone Dry Starch</vt:lpstr>
      <vt:lpstr>Starch Uptake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DEPARIS</dc:creator>
  <cp:lastModifiedBy>Justin DEPARIS</cp:lastModifiedBy>
  <cp:revision>3</cp:revision>
  <dcterms:created xsi:type="dcterms:W3CDTF">2026-06-01T13:58:24Z</dcterms:created>
  <dcterms:modified xsi:type="dcterms:W3CDTF">2026-06-03T13:26:17Z</dcterms:modified>
</cp:coreProperties>
</file>