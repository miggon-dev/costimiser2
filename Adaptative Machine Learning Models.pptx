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4"/>
  </p:sldMasterIdLst>
  <p:notesMasterIdLst>
    <p:notesMasterId r:id="rId10"/>
  </p:notesMasterIdLst>
  <p:handoutMasterIdLst>
    <p:handoutMasterId r:id="rId11"/>
  </p:handoutMasterIdLst>
  <p:sldIdLst>
    <p:sldId id="319" r:id="rId5"/>
    <p:sldId id="368" r:id="rId6"/>
    <p:sldId id="380" r:id="rId7"/>
    <p:sldId id="381" r:id="rId8"/>
    <p:sldId id="3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963"/>
    <a:srgbClr val="F2F2F2"/>
    <a:srgbClr val="E5E5E5"/>
    <a:srgbClr val="CBCBCB"/>
    <a:srgbClr val="000000"/>
    <a:srgbClr val="A3A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85" autoAdjust="0"/>
    <p:restoredTop sz="85986" autoAdjust="0"/>
  </p:normalViewPr>
  <p:slideViewPr>
    <p:cSldViewPr snapToGrid="0">
      <p:cViewPr varScale="1">
        <p:scale>
          <a:sx n="95" d="100"/>
          <a:sy n="95" d="100"/>
        </p:scale>
        <p:origin x="1644" y="84"/>
      </p:cViewPr>
      <p:guideLst/>
    </p:cSldViewPr>
  </p:slideViewPr>
  <p:outlineViewPr>
    <p:cViewPr>
      <p:scale>
        <a:sx n="33" d="100"/>
        <a:sy n="33" d="100"/>
      </p:scale>
      <p:origin x="0" y="-183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44" d="100"/>
        <a:sy n="44" d="100"/>
      </p:scale>
      <p:origin x="0" y="0"/>
    </p:cViewPr>
  </p:sorterViewPr>
  <p:notesViewPr>
    <p:cSldViewPr snapToGrid="0" showGuides="1">
      <p:cViewPr varScale="1">
        <p:scale>
          <a:sx n="78" d="100"/>
          <a:sy n="78" d="100"/>
        </p:scale>
        <p:origin x="29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59CABD-530B-7E4A-A803-742625650D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61494-E28D-F747-B795-68127B3738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21CF-709E-0448-A778-92378D0B7C3B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45EBE-B93E-934D-BBBB-AE408DBD66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01CE9-0E22-194C-BD4E-CF85E59883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5C016-711E-6748-886A-E11FDB7187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583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BC64E-7843-BE4E-B241-B8BDDD26FDAC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46510-E518-7340-B2FA-EEE3A9A1220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91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46510-E518-7340-B2FA-EEE3A9A1220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002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pn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CF2BDD36-65EF-D99E-C597-E1F891F32B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89801" y="466725"/>
            <a:ext cx="5935252" cy="592296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1FAE9AC-C22E-B748-A1B3-F446D1E661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9AB4CA6-A63A-6549-B042-BA4A135347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F78688E-93A3-A2EB-C6BE-D68D1CD67B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0328332-E775-8EBC-D14F-3D0BAF1064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1778CFD-086C-239F-D545-27DBC439AFAF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312766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01966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738D3D4-D85C-1701-D33A-FBB6999DCF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C5A28B0-2772-322C-DF8A-21809E7A5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20430709-802F-72FF-19D5-6F93F4C90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224C2ED8-D13C-377B-BF55-6582789452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EB9E72D-4D39-0AB0-4B31-36313BD7A52B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89490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01966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EF58363-D287-163D-60A0-00935194B4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0968D21-6549-9031-2A92-88746E3539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26C4F7FE-795B-8CDA-DCAA-149C9C0DDE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B3A97ED-F21F-3C45-46C0-C417D87C40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7C11B71-5BDC-1CC4-A02D-46C5494A4688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95986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2314" y="466725"/>
            <a:ext cx="5921374" cy="5921250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C79A01E-A1FB-7A1A-7F32-1152D53E5C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CCBE58E-0F33-9A0C-DDB0-D9F97C1D41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C83E6952-7ABF-C442-F979-2B4746279E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D1D40F3-3283-3AB5-ECAA-D89A7E1BE4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727CE71-09A5-A617-5260-5964085CBA19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161446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A5887EB-9196-CEC2-20B5-AB9F9A9193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6EC2AB08-5627-81D0-0808-205DE20701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1578EEB-486D-D5A6-7136-29A4FD1A15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878DCB22-9686-0FB1-6A12-A4DE20221E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F8E98CC-9659-77A0-F6DE-E74F513DDA32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157344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FAA9C34-2396-C124-98BF-ED27D6610E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7ABD84D-81A3-CD97-A802-DC3793A3A1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2CD404E-A718-6E47-F298-6672E19F99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C6F2C83-7CF7-9F6E-5474-0FC10C0E33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5921F7-3B76-6B10-28D1-15693BC7E823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202685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01A012-EFA9-4237-E03A-3BF201EAFC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4D598C-A1CD-55CA-1F9F-92103F850A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026C27F8-A50A-9E96-9A3C-5F3D86BC21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D312821-1E04-BBD0-C7F9-C21E5C3DD6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780FD5-EF17-049E-23BC-648F1AF3BE1C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295454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01A012-EFA9-4237-E03A-3BF201EAFC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4D598C-A1CD-55CA-1F9F-92103F850A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026C27F8-A50A-9E96-9A3C-5F3D86BC21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D312821-1E04-BBD0-C7F9-C21E5C3DD6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780FD5-EF17-049E-23BC-648F1AF3BE1C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327760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03A585-307A-5910-B053-D07ABEFC22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216000" tIns="144000" rIns="936000" bIns="144000"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the ‘Insert Picture’ button within this image placeholder to locate and place in your chosen image. </a:t>
            </a:r>
            <a:br>
              <a:rPr lang="en-US" dirty="0"/>
            </a:br>
            <a:br>
              <a:rPr lang="en-US" dirty="0"/>
            </a:b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F1FF5E-4939-5FF1-4C3E-8EC4CF747D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F19A343-CA0E-0DB5-131C-942E79CD4D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196DE4E-ED56-035C-9E58-9DFD61E836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9C6BBB-F10C-03A5-F766-885B3102EF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ADCCDDA-7B0A-10E7-3F10-37E603A65745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388995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00601" y="466724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842A7C-6CC1-1F16-9612-E5967D2A59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DBDA05-F6B4-535C-864E-150140FF3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EB7F2364-2EAF-EBE3-2F0C-B4B09EAF0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2ECA8A-3DD5-3E6B-0727-C80FA14039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615E87-95EB-8C94-500D-B31688362200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3196434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6C2C0D8-99FE-8725-EF35-31DF285290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00601" y="466724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842A7C-6CC1-1F16-9612-E5967D2A59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7DBDA05-F6B4-535C-864E-150140FF3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EB7F2364-2EAF-EBE3-2F0C-B4B09EAF0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2ECA8A-3DD5-3E6B-0727-C80FA14039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615E87-95EB-8C94-500D-B31688362200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183809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03A585-307A-5910-B053-D07ABEFC22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00601" y="466725"/>
            <a:ext cx="5923087" cy="5922963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16000" tIns="144000" rIns="936000" bIns="144000"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the ‘Insert Picture’ button within this image placeholder to locate and place in your chosen image. </a:t>
            </a:r>
            <a:br>
              <a:rPr lang="en-US" dirty="0"/>
            </a:br>
            <a:br>
              <a:rPr lang="en-US" dirty="0"/>
            </a:b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F1FF5E-4939-5FF1-4C3E-8EC4CF747D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3865" y="2326741"/>
            <a:ext cx="5538788" cy="118743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85000"/>
              </a:lnSpc>
              <a:defRPr sz="4400" b="1" spc="-3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Cover title over two lines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F19A343-CA0E-0DB5-131C-942E79CD4D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702965"/>
            <a:ext cx="5538789" cy="9875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spc="-3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 copy if required over two lines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196DE4E-ED56-035C-9E58-9DFD61E836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436" y="6205950"/>
            <a:ext cx="1774825" cy="231154"/>
          </a:xfrm>
        </p:spPr>
        <p:txBody>
          <a:bodyPr wrap="square" tIns="0" rIns="0" bIns="0">
            <a:spAutoFit/>
          </a:bodyPr>
          <a:lstStyle>
            <a:lvl1pPr algn="l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MM.DD.YY</a:t>
            </a:r>
            <a:endParaRPr lang="en-GB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9C6BBB-F10C-03A5-F766-885B3102EF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6947" y="466725"/>
            <a:ext cx="772891" cy="5185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ADCCDDA-7B0A-10E7-3F10-37E603A65745}"/>
              </a:ext>
            </a:extLst>
          </p:cNvPr>
          <p:cNvSpPr txBox="1"/>
          <p:nvPr userDrawn="1"/>
        </p:nvSpPr>
        <p:spPr>
          <a:xfrm>
            <a:off x="9962928" y="6297652"/>
            <a:ext cx="17621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800" dirty="0"/>
              <a:t>© DS Smith Ltd</a:t>
            </a:r>
          </a:p>
        </p:txBody>
      </p:sp>
    </p:spTree>
    <p:extLst>
      <p:ext uri="{BB962C8B-B14F-4D97-AF65-F5344CB8AC3E}">
        <p14:creationId xmlns:p14="http://schemas.microsoft.com/office/powerpoint/2010/main" val="286636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4086567-8CE0-E14E-8EB9-708D0C3212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DD88E37D-9523-F043-ABE5-19164011F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2FA561-A99C-D7EB-632F-3F68C8086531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266B6961-A34B-63F3-CE31-C79743B195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9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EF14F0F-79F3-3B6D-F692-96EAD8A8C4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3441AC0-9A6F-8A0B-6E46-2C7FB9B10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5A3E99-7870-4996-4342-B779AF6F0395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F00494A-B7C2-665F-EFF4-76A8A43487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25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D59EFF-DAC5-56AD-579F-BFB5AA0EA599}"/>
              </a:ext>
            </a:extLst>
          </p:cNvPr>
          <p:cNvSpPr/>
          <p:nvPr userDrawn="1"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6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3736180-E1AE-7847-F6D0-F342392449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E4470313-8693-AD4C-84FD-36F1CFCEE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738B7A-5F61-EEE6-5905-5AD5138AF3D8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B0413A54-A909-D4A0-1395-C1F125C454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9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D59EFF-DAC5-56AD-579F-BFB5AA0EA599}"/>
              </a:ext>
            </a:extLst>
          </p:cNvPr>
          <p:cNvSpPr/>
          <p:nvPr userDrawn="1"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6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2575664-4C54-E44A-7BE0-18C63FD9B3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F2067F3B-673F-55BF-6950-5DC77EF1E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AE199C-0227-C899-C021-DE8E1175834D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447D7765-68BD-C26A-CC72-77227AE46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30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5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3CE26F-4481-7950-0F4F-9117EFB4ED21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57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92BC4540-55DB-E7F0-D59B-83B929D591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0EDEFA-2EAB-344D-55F0-9521B93C4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B9CD58-E077-70A8-C617-3BF5AF6DB7DB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DC30230D-7BE0-AF7C-3A6B-FC249787F7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19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9324C-6051-C5EB-3909-B2D95B69156F}"/>
              </a:ext>
            </a:extLst>
          </p:cNvPr>
          <p:cNvSpPr/>
          <p:nvPr userDrawn="1"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42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C31AD07-BB66-2DD4-936A-3C1C61ADC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99E700E3-3E80-E1AD-0EA7-C5B9634D0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F91104-8B42-9325-B485-0BD737311EA9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766C5EB-093E-7814-9AB2-CC13AC12FA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8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9324C-6051-C5EB-3909-B2D95B69156F}"/>
              </a:ext>
            </a:extLst>
          </p:cNvPr>
          <p:cNvSpPr/>
          <p:nvPr userDrawn="1"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42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3900047-DA86-6D4F-420F-6743CAA8B1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D66C38F2-4AE7-0DA7-3D9D-2188EF826A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6FBE8B-B03B-2F11-70F5-EA2028D9F417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989E6136-595E-A4E8-BA6D-4AAD1FB171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5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9324C-6051-C5EB-3909-B2D95B69156F}"/>
              </a:ext>
            </a:extLst>
          </p:cNvPr>
          <p:cNvSpPr/>
          <p:nvPr userDrawn="1"/>
        </p:nvSpPr>
        <p:spPr>
          <a:xfrm>
            <a:off x="0" y="0"/>
            <a:ext cx="10248900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56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EC880A-2E09-8EF9-3D0B-B310368A015D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033A031-847E-E786-9880-59DA91C4F4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057FD77B-90BC-5932-D3D5-7B1C82649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16D07C5-BDA8-F66B-9A3C-0EDB7C099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7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CCD9A3-663D-F28C-A1FF-2B2AF0C30FD2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47B9662-2F00-8A2C-AFC0-EDB37B2EB2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AB7793C9-1ED1-8EB1-B6BA-690967AE23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CDA4CA-84B8-C028-83D5-2AB7F7EEEB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8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Custom 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992A72-08A4-21BA-19ED-AC0652AA992A}"/>
              </a:ext>
            </a:extLst>
          </p:cNvPr>
          <p:cNvCxnSpPr>
            <a:cxnSpLocks/>
          </p:cNvCxnSpPr>
          <p:nvPr userDrawn="1"/>
        </p:nvCxnSpPr>
        <p:spPr>
          <a:xfrm>
            <a:off x="0" y="240417"/>
            <a:ext cx="466725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FD14B7B-1CBC-B410-2688-DC6AFBD113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2217422"/>
            <a:ext cx="824428" cy="477387"/>
          </a:xfrm>
          <a:prstGeom prst="rect">
            <a:avLst/>
          </a:prstGeom>
        </p:spPr>
        <p:txBody>
          <a:bodyPr tIns="0" rIns="0" bIns="0" anchor="b"/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bg1"/>
                </a:solidFill>
                <a:latin typeface="+mn-lt"/>
              </a:defRPr>
            </a:lvl1pPr>
            <a:lvl2pPr>
              <a:defRPr sz="13333">
                <a:solidFill>
                  <a:schemeClr val="bg1"/>
                </a:solidFill>
              </a:defRPr>
            </a:lvl2pPr>
            <a:lvl3pPr>
              <a:defRPr sz="13333">
                <a:solidFill>
                  <a:schemeClr val="bg1"/>
                </a:solidFill>
              </a:defRPr>
            </a:lvl3pPr>
            <a:lvl4pPr>
              <a:defRPr sz="13333">
                <a:solidFill>
                  <a:schemeClr val="bg1"/>
                </a:solidFill>
              </a:defRPr>
            </a:lvl4pPr>
            <a:lvl5pPr>
              <a:defRPr sz="13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BF614F46-A377-7955-A77B-C79435630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886075"/>
            <a:ext cx="5586414" cy="1143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85000"/>
              </a:lnSpc>
              <a:defRPr sz="4400" b="1" spc="-3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Divider title over two lines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63F62DB-D237-A69E-184C-22AA0E4E9C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376" y="1027324"/>
            <a:ext cx="4803452" cy="480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63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14E0EBA-6B2C-AA4F-8B3E-C5167032F3D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6725" y="466726"/>
            <a:ext cx="7443788" cy="5670550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dk2"/>
                </a:solidFill>
              </a:defRPr>
            </a:lvl1pPr>
          </a:lstStyle>
          <a:p>
            <a:pPr lvl="0"/>
            <a:r>
              <a:rPr lang="en-US" dirty="0"/>
              <a:t>Click to edit Hero copy slide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4FFD1-4C13-A676-B688-EB367572A3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327DF3-E85E-E161-9019-942A47240C02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96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211ED01-E3F4-9749-8739-2D4FD34A6BB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21400"/>
            <a:ext cx="12192000" cy="7366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7F84DB53-2504-3441-8CA1-D4E7BB9B2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995" y="468743"/>
            <a:ext cx="9804851" cy="552227"/>
          </a:xfrm>
          <a:prstGeom prst="rect">
            <a:avLst/>
          </a:prstGeom>
        </p:spPr>
        <p:txBody>
          <a:bodyPr lIns="0"/>
          <a:lstStyle>
            <a:lvl1pPr algn="l">
              <a:defRPr sz="2600" b="0">
                <a:solidFill>
                  <a:srgbClr val="4D4D4D"/>
                </a:solidFill>
              </a:defRPr>
            </a:lvl1pPr>
          </a:lstStyle>
          <a:p>
            <a:r>
              <a:rPr lang="en-US"/>
              <a:t>Click to insert title here</a:t>
            </a:r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E17524-9DDB-8546-B4E3-AC9500D3CE3F}"/>
              </a:ext>
            </a:extLst>
          </p:cNvPr>
          <p:cNvCxnSpPr>
            <a:cxnSpLocks/>
          </p:cNvCxnSpPr>
          <p:nvPr/>
        </p:nvCxnSpPr>
        <p:spPr>
          <a:xfrm>
            <a:off x="520308" y="1168767"/>
            <a:ext cx="928253" cy="0"/>
          </a:xfrm>
          <a:prstGeom prst="line">
            <a:avLst/>
          </a:prstGeom>
          <a:ln w="31750">
            <a:solidFill>
              <a:srgbClr val="FF7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4150B45-B8FA-724A-A9F4-4C36A0C4ECA5}"/>
              </a:ext>
            </a:extLst>
          </p:cNvPr>
          <p:cNvCxnSpPr>
            <a:cxnSpLocks/>
          </p:cNvCxnSpPr>
          <p:nvPr/>
        </p:nvCxnSpPr>
        <p:spPr>
          <a:xfrm flipH="1">
            <a:off x="11787447" y="267530"/>
            <a:ext cx="404554" cy="0"/>
          </a:xfrm>
          <a:prstGeom prst="line">
            <a:avLst/>
          </a:prstGeom>
          <a:ln w="50800">
            <a:solidFill>
              <a:srgbClr val="FF7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B39192C-2695-4948-A124-B3409C8A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1425" y="296659"/>
            <a:ext cx="781747" cy="216371"/>
          </a:xfrm>
          <a:prstGeom prst="rect">
            <a:avLst/>
          </a:prstGeom>
        </p:spPr>
        <p:txBody>
          <a:bodyPr/>
          <a:lstStyle>
            <a:lvl1pPr algn="l">
              <a:defRPr sz="1200" b="0">
                <a:solidFill>
                  <a:srgbClr val="A3A3A3"/>
                </a:solidFill>
              </a:defRPr>
            </a:lvl1pPr>
          </a:lstStyle>
          <a:p>
            <a:fld id="{7973176A-146B-4E61-BA6F-E97A08C604D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22151-ABCD-7757-0DBC-DB19FF1A1DF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20308" y="1447388"/>
            <a:ext cx="9850438" cy="4695825"/>
          </a:xfrm>
        </p:spPr>
        <p:txBody>
          <a:bodyPr/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b="0">
                <a:solidFill>
                  <a:srgbClr val="4D4D4D"/>
                </a:solidFill>
              </a:defRPr>
            </a:lvl1pPr>
            <a:lvl2pPr marL="581025" indent="-261938">
              <a:lnSpc>
                <a:spcPct val="150000"/>
              </a:lnSpc>
              <a:buFont typeface="Courier New" panose="02070309020205020404" pitchFamily="49" charset="0"/>
              <a:buChar char="o"/>
              <a:tabLst/>
              <a:defRPr/>
            </a:lvl2pPr>
            <a:lvl3pPr marL="854075" indent="-225425">
              <a:lnSpc>
                <a:spcPct val="150000"/>
              </a:lnSpc>
              <a:tabLst/>
              <a:defRPr/>
            </a:lvl3pPr>
            <a:lvl4pPr marL="1066800" indent="-212725">
              <a:lnSpc>
                <a:spcPct val="150000"/>
              </a:lnSpc>
              <a:tabLst/>
              <a:defRPr/>
            </a:lvl4pPr>
            <a:lvl5pPr marL="1649413" indent="-261938">
              <a:lnSpc>
                <a:spcPct val="150000"/>
              </a:lnSpc>
              <a:tabLst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361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Her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5232400" y="2417764"/>
            <a:ext cx="6491288" cy="3482974"/>
          </a:xfrm>
          <a:prstGeom prst="rect">
            <a:avLst/>
          </a:prstGeom>
        </p:spPr>
        <p:txBody>
          <a:bodyPr l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dk2"/>
                </a:solidFill>
              </a:defRPr>
            </a:lvl1pPr>
          </a:lstStyle>
          <a:p>
            <a:pPr lvl="0"/>
            <a:r>
              <a:rPr lang="en-US" dirty="0"/>
              <a:t>Click to edit Hero copy</a:t>
            </a:r>
            <a:endParaRPr lang="en-GB" dirty="0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9BF14D7E-972E-DF43-A888-FF88472DEE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6725" y="2417764"/>
            <a:ext cx="3632200" cy="3719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FBA31-D19A-5E05-BC9E-85BE9C752F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9D37F6-C2B1-7B50-EC66-2FA31E521CFA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09E54F-0C66-2AC4-9994-AC6E2773961D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80E96B5C-18AA-C784-1998-C52427E9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4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Short Cop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9BF14D7E-972E-DF43-A888-FF88472DEE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" y="2417766"/>
            <a:ext cx="3706760" cy="29241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F00E3F0-A2A1-1940-8212-FEFF016FED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9900" y="2348710"/>
            <a:ext cx="7443788" cy="369332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sub heading copy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61745-9691-FC63-A3ED-757649C78D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A7308-767B-6AA2-B9EE-F71A02198CE3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0F7B08-2393-DEFA-3D19-D26F3A89A9E2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4486FBE9-5B87-F123-E370-202396E1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1D1B56-C21D-151F-321D-AFBE05F4BF0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79899" y="2900402"/>
            <a:ext cx="7443787" cy="3000336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2433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, Copy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31AAAC-4BF9-3043-9B6C-B24472186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2910379"/>
            <a:ext cx="3632200" cy="738664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sub heading</a:t>
            </a:r>
          </a:p>
        </p:txBody>
      </p:sp>
      <p:sp>
        <p:nvSpPr>
          <p:cNvPr id="30" name="Content Placeholder 6">
            <a:extLst>
              <a:ext uri="{FF2B5EF4-FFF2-40B4-BE49-F238E27FC236}">
                <a16:creationId xmlns:a16="http://schemas.microsoft.com/office/drawing/2014/main" id="{D52D23EC-02E8-2740-945C-0719BA817F0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65647" y="1441450"/>
            <a:ext cx="7626353" cy="4459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here. Image can bleed off page…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574D68-4498-308F-4156-AF9B71475A0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623BD5-9441-131A-85AE-6DDF5A60C84D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BFDF55-07A7-2F6C-06C5-2497ED82BBB5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5CA76099-C44E-B62D-92F8-CEA79ADF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6CC0DD8-5E52-730B-0F45-8CF605BD26B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66725" y="3831404"/>
            <a:ext cx="3632200" cy="2305873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257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Intro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31AAAC-4BF9-3043-9B6C-B244721867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4" y="1938337"/>
            <a:ext cx="3333751" cy="2249488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introductory paragraph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FB6AA60-683C-CF44-9076-216214434E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79899" y="1938337"/>
            <a:ext cx="7443787" cy="68430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1">
                <a:solidFill>
                  <a:srgbClr val="4D4D4D"/>
                </a:solidFill>
              </a:defRPr>
            </a:lvl1pPr>
            <a:lvl2pPr marL="609585" indent="0">
              <a:buNone/>
              <a:defRPr sz="1400" b="1">
                <a:solidFill>
                  <a:schemeClr val="dk2"/>
                </a:solidFill>
              </a:defRPr>
            </a:lvl2pPr>
            <a:lvl3pPr marL="1219170" indent="0">
              <a:buNone/>
              <a:defRPr sz="1400" b="1">
                <a:solidFill>
                  <a:schemeClr val="dk2"/>
                </a:solidFill>
              </a:defRPr>
            </a:lvl3pPr>
            <a:lvl4pPr marL="1828755" indent="0">
              <a:buNone/>
              <a:defRPr sz="1400" b="1">
                <a:solidFill>
                  <a:schemeClr val="dk2"/>
                </a:solidFill>
              </a:defRPr>
            </a:lvl4pPr>
            <a:lvl5pPr marL="2438339" indent="0">
              <a:buNone/>
              <a:defRPr sz="1400" b="1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add intro paragraph in grey (bold)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A8EBB-3461-482B-D9A1-F7B878AF48B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102746-7498-CEB7-665D-5B161BA33909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2DEDE3-D3A2-4F5C-C925-F63BA1499BE8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787D4FD-1962-FF53-AE08-93348ED4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1AABE72-2936-877A-A370-81967E68713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79898" y="2775474"/>
            <a:ext cx="7443789" cy="3125264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4478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HS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8E590692-C105-2F41-9B22-2284A603BE0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6726" y="1938336"/>
            <a:ext cx="3333752" cy="4198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B9325-2224-6E97-626A-1C94DA51F81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53D2A4-5458-8BBE-BF77-8C916975BB66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4F2DCD-C655-E382-AE4E-F2A42262FC3B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93566773-4E10-2CE5-1B24-6A5CB16F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6BB778-15BD-2550-0896-D2F65CAB3A5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79900" y="1938337"/>
            <a:ext cx="6489700" cy="4198934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87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71E2C-F918-772A-3C96-14FAA1CC9A1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1DB641-0C74-F322-C516-C42003BAD565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A93A2D-9961-E445-BFC4-4BD87FA4A745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37EA9BE0-8B50-DA45-5695-C0E47DAC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DA227B-D52A-EA99-1007-5F92F3DB8D6E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66725" y="1441450"/>
            <a:ext cx="7443788" cy="4695821"/>
          </a:xfrm>
        </p:spPr>
        <p:txBody>
          <a:bodyPr lIns="0"/>
          <a:lstStyle>
            <a:lvl1pPr marL="285750" indent="-28575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 marL="180000" indent="-180000">
              <a:buFont typeface="Courier New" panose="02070309020205020404" pitchFamily="49" charset="0"/>
              <a:buChar char="o"/>
              <a:defRPr/>
            </a:lvl2pPr>
            <a:lvl3pPr marL="360000" indent="-180000">
              <a:buFont typeface="Wingdings" pitchFamily="2" charset="2"/>
              <a:buChar char="§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9796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Intr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91B0D-D382-2E4E-AF81-F7FFAF8A40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5" y="1441449"/>
            <a:ext cx="5395913" cy="795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dk2"/>
                </a:solidFill>
              </a:defRPr>
            </a:lvl1pPr>
            <a:lvl2pPr marL="609585" indent="0">
              <a:buNone/>
              <a:defRPr sz="1400" b="1">
                <a:solidFill>
                  <a:schemeClr val="dk2"/>
                </a:solidFill>
              </a:defRPr>
            </a:lvl2pPr>
            <a:lvl3pPr marL="1219170" indent="0">
              <a:buNone/>
              <a:defRPr sz="1400" b="1">
                <a:solidFill>
                  <a:schemeClr val="dk2"/>
                </a:solidFill>
              </a:defRPr>
            </a:lvl3pPr>
            <a:lvl4pPr marL="1828755" indent="0">
              <a:buNone/>
              <a:defRPr sz="1400" b="1">
                <a:solidFill>
                  <a:schemeClr val="dk2"/>
                </a:solidFill>
              </a:defRPr>
            </a:lvl4pPr>
            <a:lvl5pPr marL="2438339" indent="0">
              <a:buNone/>
              <a:defRPr sz="1400" b="1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add intro paragraph in orange (bold)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49C88B8-5047-B24E-A4CD-2306B8157AE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66725" y="2417763"/>
            <a:ext cx="5395913" cy="3719513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8519A3-1985-94BD-D961-ADF47010D65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FC981A-3621-DFEB-7408-241D7765F782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0CEB55-713E-A6AD-D3EF-62892F83990F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BC8BA2C3-B2DB-25AF-0BDE-6D2E44379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E1CC0FE-D09C-6D5C-56DD-01F18EBB51F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327775" y="1441450"/>
            <a:ext cx="5395914" cy="4459288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2776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&amp; Image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6">
            <a:extLst>
              <a:ext uri="{FF2B5EF4-FFF2-40B4-BE49-F238E27FC236}">
                <a16:creationId xmlns:a16="http://schemas.microsoft.com/office/drawing/2014/main" id="{60D09C1A-D1A1-074F-8BE4-27B320F32A9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38988" y="1441450"/>
            <a:ext cx="4584700" cy="4459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CB0771-F84D-C76D-A012-CB03B841B76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D706F4-E3BE-D0E4-EEC9-FB43941441A5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B985A2-844F-5BB7-2AB9-4EDF494D32B0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A6C7871A-0AD9-5642-5666-D1146541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054BD6-4EB2-19F0-5B4F-4EB8F3F366D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66724" y="1441451"/>
            <a:ext cx="6207127" cy="4695824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5592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, Copy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913718" y="1933842"/>
            <a:ext cx="4278282" cy="2433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picture icon to add an image here. Image can bleed off page…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E198FEC-CF79-3F4B-8F16-28F9BFDD19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5" y="1933842"/>
            <a:ext cx="6978651" cy="369332"/>
          </a:xfrm>
          <a:prstGeom prst="rect">
            <a:avLst/>
          </a:prstGeom>
        </p:spPr>
        <p:txBody>
          <a:bodyPr wrap="square" lIns="0" tIns="0">
            <a:spAutoFit/>
          </a:bodyPr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sub heading copy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1510CD-0A4C-685A-C222-CE0228F2AC3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7D4602-F2A4-82D7-077E-820371DFF874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A4F435-6288-68AA-A06F-1613659674F1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8C6E229C-C661-E05A-F32C-2EF7828C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27E0345-91BC-764E-27EA-EAE8012549B6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66725" y="2487518"/>
            <a:ext cx="6975446" cy="3649757"/>
          </a:xfrm>
        </p:spPr>
        <p:txBody>
          <a:bodyPr lIns="0"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02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ullets &amp;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E198FEC-CF79-3F4B-8F16-28F9BFDD19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5" y="1933842"/>
            <a:ext cx="6491288" cy="369332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0" indent="0">
              <a:buFontTx/>
              <a:buNone/>
              <a:defRPr sz="2400" b="0">
                <a:solidFill>
                  <a:schemeClr val="dk2"/>
                </a:solidFill>
              </a:defRPr>
            </a:lvl1pPr>
            <a:lvl2pPr marL="609585" indent="0">
              <a:buFontTx/>
              <a:buNone/>
              <a:defRPr sz="2400">
                <a:solidFill>
                  <a:schemeClr val="dk2"/>
                </a:solidFill>
              </a:defRPr>
            </a:lvl2pPr>
            <a:lvl3pPr marL="1219170" indent="0">
              <a:buFontTx/>
              <a:buNone/>
              <a:defRPr sz="2400">
                <a:solidFill>
                  <a:schemeClr val="dk2"/>
                </a:solidFill>
              </a:defRPr>
            </a:lvl3pPr>
            <a:lvl4pPr marL="1828755" indent="0">
              <a:buFontTx/>
              <a:buNone/>
              <a:defRPr sz="2400">
                <a:solidFill>
                  <a:schemeClr val="dk2"/>
                </a:solidFill>
              </a:defRPr>
            </a:lvl4pPr>
            <a:lvl5pPr marL="2438339" indent="0">
              <a:buFontTx/>
              <a:buNone/>
              <a:defRPr sz="2400">
                <a:solidFill>
                  <a:schemeClr val="dk2"/>
                </a:solidFill>
              </a:defRPr>
            </a:lvl5pPr>
          </a:lstStyle>
          <a:p>
            <a:pPr lvl="0"/>
            <a:r>
              <a:rPr lang="en-US" dirty="0"/>
              <a:t>Click to insert sub heading copy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A95E0137-F06E-D545-B9E9-CCFB6D819B4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66725" y="3804994"/>
            <a:ext cx="773113" cy="744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BFD98036-1D78-8C4C-B235-22217E423143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466725" y="5122470"/>
            <a:ext cx="773113" cy="744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CDAD65B9-A4A5-624E-9FC4-66D855AD8A97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66725" y="2487518"/>
            <a:ext cx="773113" cy="7446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737541D1-3D3D-4958-9C5F-6B212BAADC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13718" y="1933841"/>
            <a:ext cx="4278282" cy="24333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picture icon to add an image here. Image can bleed off page…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BF9BA-23C5-4A13-1904-FA2935523184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FE2AE0-FAD0-5980-281B-3E4C1835BE9D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EE4DB9-7AA5-90E4-3945-356E0534B4FB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BC000498-7630-ADA6-3A4E-3B4B9985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4068A8-AC65-F898-368F-D78B239D3C1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420813" y="2487518"/>
            <a:ext cx="5537199" cy="101480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79883FC-1143-8BAF-3E2D-B4308194BF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420813" y="3804994"/>
            <a:ext cx="5537199" cy="101480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CB4861E-3251-4F14-92B7-AC6B2917EB40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420813" y="5122470"/>
            <a:ext cx="5537199" cy="101480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2881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13402B4D-D8FC-D243-929C-7D8F357C3D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84901" y="1441450"/>
            <a:ext cx="5538788" cy="4459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442C74A7-8919-3441-B188-42F43D49BD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66726" y="1441450"/>
            <a:ext cx="5538788" cy="2136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45E91CDA-4F61-7B4E-B972-7F387963277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6726" y="3759184"/>
            <a:ext cx="5538788" cy="21415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43ACD5-8811-ED64-B66A-51B0D5D5711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457676-09C6-5B3A-629C-F042497086A4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CEA183-E971-6977-1C9F-EF2EB5568109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F303FFFA-0E1F-9A69-1CA1-1C726B7AE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74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028C1A96-7DBD-C249-9C41-B60372EC407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6726" y="1441450"/>
            <a:ext cx="11256962" cy="4459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4D4D4D"/>
                </a:solidFill>
              </a:defRPr>
            </a:lvl1pPr>
            <a:lvl2pPr marL="609585" indent="0">
              <a:buNone/>
              <a:defRPr sz="1800">
                <a:solidFill>
                  <a:srgbClr val="4D4D4D"/>
                </a:solidFill>
              </a:defRPr>
            </a:lvl2pPr>
            <a:lvl3pPr marL="1219170" indent="0">
              <a:buNone/>
              <a:defRPr sz="1800">
                <a:solidFill>
                  <a:srgbClr val="4D4D4D"/>
                </a:solidFill>
              </a:defRPr>
            </a:lvl3pPr>
            <a:lvl4pPr marL="1828755" indent="0">
              <a:buNone/>
              <a:defRPr sz="1800">
                <a:solidFill>
                  <a:srgbClr val="4D4D4D"/>
                </a:solidFill>
              </a:defRPr>
            </a:lvl4pPr>
            <a:lvl5pPr marL="2438339" indent="0">
              <a:buNone/>
              <a:defRPr sz="18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/>
              <a:t>Click picture icon to add an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DA89AA-3995-4847-155C-359367BB33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7E97367-E5DC-DC1B-1B48-F62F40B4BF7E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5DB2D0-961C-EABF-8905-4B9A4BEB1A83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D1ED3BCD-3064-750A-855E-99514BD9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10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1400682"/>
            <a:ext cx="762429" cy="26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 b="1">
                <a:solidFill>
                  <a:schemeClr val="dk2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dirty="0"/>
              <a:t>Fig.00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1239837" y="1400682"/>
            <a:ext cx="4145755" cy="26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 b="0" i="0">
                <a:solidFill>
                  <a:srgbClr val="4D4D4D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dirty="0"/>
              <a:t>Click to edit graph title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852318" y="1400682"/>
            <a:ext cx="762474" cy="26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 b="1">
                <a:solidFill>
                  <a:schemeClr val="dk2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dirty="0"/>
              <a:t>Fig.00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623987" y="1400682"/>
            <a:ext cx="4147200" cy="26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 b="0" i="0">
                <a:solidFill>
                  <a:srgbClr val="4D4D4D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GB" dirty="0"/>
              <a:t>Click to edit graph title</a:t>
            </a:r>
          </a:p>
        </p:txBody>
      </p:sp>
      <p:sp>
        <p:nvSpPr>
          <p:cNvPr id="17" name="Chart Placeholder 16"/>
          <p:cNvSpPr>
            <a:spLocks noGrp="1"/>
          </p:cNvSpPr>
          <p:nvPr>
            <p:ph type="chart" sz="quarter" idx="17" hasCustomPrompt="1"/>
          </p:nvPr>
        </p:nvSpPr>
        <p:spPr>
          <a:xfrm>
            <a:off x="466725" y="1797637"/>
            <a:ext cx="4918868" cy="41031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solidFill>
                  <a:srgbClr val="4D4D4D"/>
                </a:solidFill>
              </a:defRPr>
            </a:lvl1pPr>
          </a:lstStyle>
          <a:p>
            <a:r>
              <a:rPr lang="en-GB" sz="2133" dirty="0"/>
              <a:t>Click to add graph</a:t>
            </a:r>
            <a:endParaRPr lang="en-GB" dirty="0"/>
          </a:p>
        </p:txBody>
      </p:sp>
      <p:sp>
        <p:nvSpPr>
          <p:cNvPr id="18" name="Chart Placeholder 16"/>
          <p:cNvSpPr>
            <a:spLocks noGrp="1"/>
          </p:cNvSpPr>
          <p:nvPr>
            <p:ph type="chart" sz="quarter" idx="18" hasCustomPrompt="1"/>
          </p:nvPr>
        </p:nvSpPr>
        <p:spPr>
          <a:xfrm>
            <a:off x="5852318" y="1797478"/>
            <a:ext cx="4918869" cy="41032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rgbClr val="4D4D4D"/>
                </a:solidFill>
              </a:defRPr>
            </a:lvl1pPr>
          </a:lstStyle>
          <a:p>
            <a:r>
              <a:rPr lang="en-GB" sz="2133" dirty="0"/>
              <a:t>Click to add graph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A2473-E361-580D-E30D-359E2C64308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26EE30-D0F2-4D5C-7725-2E26A8461DC3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66C44A-BF82-91A1-F18D-C9D9C476ED94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62AC1239-91AA-884F-AED6-BC45CE69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218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&amp;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3" hasCustomPrompt="1"/>
          </p:nvPr>
        </p:nvSpPr>
        <p:spPr>
          <a:xfrm>
            <a:off x="5232401" y="1441450"/>
            <a:ext cx="5537199" cy="46958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add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39C20-5015-E5A1-18A3-B371D78A5AB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073AE6-73CE-C7B6-04AA-037EAA5C3445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0FB635-4DF0-293D-8937-BD78AC9573F8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E29459F2-89FF-9F80-C2F8-0828C364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F3E21F-0D8D-FE8A-1A68-4F3346A5282B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466726" y="1441450"/>
            <a:ext cx="4584700" cy="469582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9115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ullets &amp;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F3B3C9-9F58-F746-9090-A47210556859}"/>
              </a:ext>
            </a:extLst>
          </p:cNvPr>
          <p:cNvSpPr/>
          <p:nvPr userDrawn="1"/>
        </p:nvSpPr>
        <p:spPr>
          <a:xfrm>
            <a:off x="8091488" y="0"/>
            <a:ext cx="4100511" cy="685799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6D850-16B9-F7DD-2EF7-F4C858202D9D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9DE1AB-7501-AF4B-0009-3ECFDCB9D015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F2F0F9D5-2463-BF32-3E64-C96E659A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7172325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25CAC2AE-CBF5-FB31-2818-863C0CBDDA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43926" y="1681135"/>
            <a:ext cx="3181350" cy="4219602"/>
          </a:xfr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buNone/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7F89240F-F6F6-6059-40AA-573E5859C6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2554293"/>
            <a:ext cx="765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57" name="Text Placeholder 50">
            <a:extLst>
              <a:ext uri="{FF2B5EF4-FFF2-40B4-BE49-F238E27FC236}">
                <a16:creationId xmlns:a16="http://schemas.microsoft.com/office/drawing/2014/main" id="{0D830C77-AF7B-BF39-A4DA-5B4520B96B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8999" y="2691247"/>
            <a:ext cx="6750050" cy="968400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1A0301EF-FE62-D4E1-91A2-532D306D77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8999" y="3929955"/>
            <a:ext cx="6750050" cy="968400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1" name="Text Placeholder 55">
            <a:extLst>
              <a:ext uri="{FF2B5EF4-FFF2-40B4-BE49-F238E27FC236}">
                <a16:creationId xmlns:a16="http://schemas.microsoft.com/office/drawing/2014/main" id="{1FB97623-5449-0528-CDF6-3FF894F913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3793001"/>
            <a:ext cx="765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65" name="Text Placeholder 55">
            <a:extLst>
              <a:ext uri="{FF2B5EF4-FFF2-40B4-BE49-F238E27FC236}">
                <a16:creationId xmlns:a16="http://schemas.microsoft.com/office/drawing/2014/main" id="{73D906E2-7A60-863B-96A7-B6F023121C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031709"/>
            <a:ext cx="765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66" name="Text Placeholder 50">
            <a:extLst>
              <a:ext uri="{FF2B5EF4-FFF2-40B4-BE49-F238E27FC236}">
                <a16:creationId xmlns:a16="http://schemas.microsoft.com/office/drawing/2014/main" id="{C09B3731-FC23-203C-8BCA-E5BA5768F57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8999" y="5168663"/>
            <a:ext cx="6750050" cy="968400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AF91758-B045-65FF-5065-BEEE20BED8E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7534" y="6137386"/>
            <a:ext cx="629765" cy="422388"/>
            <a:chOff x="10028357" y="5184719"/>
            <a:chExt cx="974502" cy="653605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096F02-701B-283E-B596-57BD0FAAC192}"/>
                </a:ext>
              </a:extLst>
            </p:cNvPr>
            <p:cNvSpPr/>
            <p:nvPr/>
          </p:nvSpPr>
          <p:spPr>
            <a:xfrm>
              <a:off x="10528038" y="5469707"/>
              <a:ext cx="136588" cy="188404"/>
            </a:xfrm>
            <a:custGeom>
              <a:avLst/>
              <a:gdLst>
                <a:gd name="csX0" fmla="*/ 136589 w 136588"/>
                <a:gd name="csY0" fmla="*/ 108966 h 188404"/>
                <a:gd name="csX1" fmla="*/ 136589 w 136588"/>
                <a:gd name="csY1" fmla="*/ 78962 h 188404"/>
                <a:gd name="csX2" fmla="*/ 53626 w 136588"/>
                <a:gd name="csY2" fmla="*/ 0 h 188404"/>
                <a:gd name="csX3" fmla="*/ 0 w 136588"/>
                <a:gd name="csY3" fmla="*/ 0 h 188404"/>
                <a:gd name="csX4" fmla="*/ 0 w 136588"/>
                <a:gd name="csY4" fmla="*/ 188405 h 188404"/>
                <a:gd name="csX5" fmla="*/ 53626 w 136588"/>
                <a:gd name="csY5" fmla="*/ 188405 h 188404"/>
                <a:gd name="csX6" fmla="*/ 136589 w 136588"/>
                <a:gd name="csY6" fmla="*/ 108966 h 188404"/>
                <a:gd name="csX7" fmla="*/ 51626 w 136588"/>
                <a:gd name="csY7" fmla="*/ 24289 h 188404"/>
                <a:gd name="csX8" fmla="*/ 109442 w 136588"/>
                <a:gd name="csY8" fmla="*/ 78867 h 188404"/>
                <a:gd name="csX9" fmla="*/ 109442 w 136588"/>
                <a:gd name="csY9" fmla="*/ 108871 h 188404"/>
                <a:gd name="csX10" fmla="*/ 51626 w 136588"/>
                <a:gd name="csY10" fmla="*/ 164211 h 188404"/>
                <a:gd name="csX11" fmla="*/ 26860 w 136588"/>
                <a:gd name="csY11" fmla="*/ 164211 h 188404"/>
                <a:gd name="csX12" fmla="*/ 26860 w 136588"/>
                <a:gd name="csY12" fmla="*/ 24193 h 188404"/>
                <a:gd name="csX13" fmla="*/ 51626 w 136588"/>
                <a:gd name="csY13" fmla="*/ 24193 h 188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6588" h="188404">
                  <a:moveTo>
                    <a:pt x="136589" y="108966"/>
                  </a:moveTo>
                  <a:lnTo>
                    <a:pt x="136589" y="78962"/>
                  </a:lnTo>
                  <a:cubicBezTo>
                    <a:pt x="136589" y="27337"/>
                    <a:pt x="107918" y="0"/>
                    <a:pt x="53626" y="0"/>
                  </a:cubicBezTo>
                  <a:lnTo>
                    <a:pt x="0" y="0"/>
                  </a:lnTo>
                  <a:lnTo>
                    <a:pt x="0" y="188405"/>
                  </a:lnTo>
                  <a:lnTo>
                    <a:pt x="53626" y="188405"/>
                  </a:lnTo>
                  <a:cubicBezTo>
                    <a:pt x="108680" y="188405"/>
                    <a:pt x="136589" y="161639"/>
                    <a:pt x="136589" y="108966"/>
                  </a:cubicBezTo>
                  <a:close/>
                  <a:moveTo>
                    <a:pt x="51626" y="24289"/>
                  </a:moveTo>
                  <a:cubicBezTo>
                    <a:pt x="92678" y="24289"/>
                    <a:pt x="109442" y="40100"/>
                    <a:pt x="109442" y="78867"/>
                  </a:cubicBezTo>
                  <a:lnTo>
                    <a:pt x="109442" y="108871"/>
                  </a:lnTo>
                  <a:cubicBezTo>
                    <a:pt x="109442" y="147637"/>
                    <a:pt x="92107" y="164211"/>
                    <a:pt x="51626" y="164211"/>
                  </a:cubicBezTo>
                  <a:lnTo>
                    <a:pt x="26860" y="164211"/>
                  </a:lnTo>
                  <a:lnTo>
                    <a:pt x="26860" y="24193"/>
                  </a:lnTo>
                  <a:lnTo>
                    <a:pt x="51626" y="24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8CCD788-2903-100A-B06B-7FCABF3CEF58}"/>
                </a:ext>
              </a:extLst>
            </p:cNvPr>
            <p:cNvSpPr/>
            <p:nvPr/>
          </p:nvSpPr>
          <p:spPr>
            <a:xfrm>
              <a:off x="10681200" y="5466659"/>
              <a:ext cx="122110" cy="194881"/>
            </a:xfrm>
            <a:custGeom>
              <a:avLst/>
              <a:gdLst>
                <a:gd name="csX0" fmla="*/ 39529 w 122110"/>
                <a:gd name="csY0" fmla="*/ 98393 h 194881"/>
                <a:gd name="csX1" fmla="*/ 71056 w 122110"/>
                <a:gd name="csY1" fmla="*/ 112585 h 194881"/>
                <a:gd name="csX2" fmla="*/ 94964 w 122110"/>
                <a:gd name="csY2" fmla="*/ 142780 h 194881"/>
                <a:gd name="csX3" fmla="*/ 59150 w 122110"/>
                <a:gd name="csY3" fmla="*/ 171069 h 194881"/>
                <a:gd name="csX4" fmla="*/ 6667 w 122110"/>
                <a:gd name="csY4" fmla="*/ 167831 h 194881"/>
                <a:gd name="csX5" fmla="*/ 4381 w 122110"/>
                <a:gd name="csY5" fmla="*/ 167545 h 194881"/>
                <a:gd name="csX6" fmla="*/ 4381 w 122110"/>
                <a:gd name="csY6" fmla="*/ 189166 h 194881"/>
                <a:gd name="csX7" fmla="*/ 5906 w 122110"/>
                <a:gd name="csY7" fmla="*/ 189548 h 194881"/>
                <a:gd name="csX8" fmla="*/ 59055 w 122110"/>
                <a:gd name="csY8" fmla="*/ 194882 h 194881"/>
                <a:gd name="csX9" fmla="*/ 122111 w 122110"/>
                <a:gd name="csY9" fmla="*/ 142780 h 194881"/>
                <a:gd name="csX10" fmla="*/ 82677 w 122110"/>
                <a:gd name="csY10" fmla="*/ 89535 h 194881"/>
                <a:gd name="csX11" fmla="*/ 50863 w 122110"/>
                <a:gd name="csY11" fmla="*/ 75629 h 194881"/>
                <a:gd name="csX12" fmla="*/ 27242 w 122110"/>
                <a:gd name="csY12" fmla="*/ 46672 h 194881"/>
                <a:gd name="csX13" fmla="*/ 63246 w 122110"/>
                <a:gd name="csY13" fmla="*/ 23812 h 194881"/>
                <a:gd name="csX14" fmla="*/ 113157 w 122110"/>
                <a:gd name="csY14" fmla="*/ 27051 h 194881"/>
                <a:gd name="csX15" fmla="*/ 115348 w 122110"/>
                <a:gd name="csY15" fmla="*/ 27337 h 194881"/>
                <a:gd name="csX16" fmla="*/ 115348 w 122110"/>
                <a:gd name="csY16" fmla="*/ 5429 h 194881"/>
                <a:gd name="csX17" fmla="*/ 113824 w 122110"/>
                <a:gd name="csY17" fmla="*/ 5048 h 194881"/>
                <a:gd name="csX18" fmla="*/ 62484 w 122110"/>
                <a:gd name="csY18" fmla="*/ 0 h 194881"/>
                <a:gd name="csX19" fmla="*/ 0 w 122110"/>
                <a:gd name="csY19" fmla="*/ 46672 h 194881"/>
                <a:gd name="csX20" fmla="*/ 39243 w 122110"/>
                <a:gd name="csY20" fmla="*/ 98393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2110" h="194881">
                  <a:moveTo>
                    <a:pt x="39529" y="98393"/>
                  </a:moveTo>
                  <a:lnTo>
                    <a:pt x="71056" y="112585"/>
                  </a:lnTo>
                  <a:cubicBezTo>
                    <a:pt x="91250" y="121825"/>
                    <a:pt x="94964" y="130016"/>
                    <a:pt x="94964" y="142780"/>
                  </a:cubicBezTo>
                  <a:cubicBezTo>
                    <a:pt x="94964" y="162306"/>
                    <a:pt x="83915" y="171069"/>
                    <a:pt x="59150" y="171069"/>
                  </a:cubicBezTo>
                  <a:cubicBezTo>
                    <a:pt x="36385" y="171069"/>
                    <a:pt x="18383" y="169259"/>
                    <a:pt x="6667" y="167831"/>
                  </a:cubicBezTo>
                  <a:lnTo>
                    <a:pt x="4381" y="167545"/>
                  </a:lnTo>
                  <a:lnTo>
                    <a:pt x="4381" y="189166"/>
                  </a:lnTo>
                  <a:lnTo>
                    <a:pt x="5906" y="189548"/>
                  </a:lnTo>
                  <a:cubicBezTo>
                    <a:pt x="13240" y="191453"/>
                    <a:pt x="37243" y="194882"/>
                    <a:pt x="59055" y="194882"/>
                  </a:cubicBezTo>
                  <a:cubicBezTo>
                    <a:pt x="99727" y="194882"/>
                    <a:pt x="122111" y="176403"/>
                    <a:pt x="122111" y="142780"/>
                  </a:cubicBezTo>
                  <a:cubicBezTo>
                    <a:pt x="122111" y="117348"/>
                    <a:pt x="110681" y="101917"/>
                    <a:pt x="82677" y="89535"/>
                  </a:cubicBezTo>
                  <a:lnTo>
                    <a:pt x="50863" y="75629"/>
                  </a:lnTo>
                  <a:cubicBezTo>
                    <a:pt x="30861" y="66770"/>
                    <a:pt x="27242" y="58960"/>
                    <a:pt x="27242" y="46672"/>
                  </a:cubicBezTo>
                  <a:cubicBezTo>
                    <a:pt x="27242" y="30194"/>
                    <a:pt x="37338" y="23812"/>
                    <a:pt x="63246" y="23812"/>
                  </a:cubicBezTo>
                  <a:cubicBezTo>
                    <a:pt x="82391" y="23812"/>
                    <a:pt x="104489" y="26098"/>
                    <a:pt x="113157" y="27051"/>
                  </a:cubicBezTo>
                  <a:lnTo>
                    <a:pt x="115348" y="27337"/>
                  </a:lnTo>
                  <a:lnTo>
                    <a:pt x="115348" y="5429"/>
                  </a:lnTo>
                  <a:lnTo>
                    <a:pt x="113824" y="5048"/>
                  </a:lnTo>
                  <a:cubicBezTo>
                    <a:pt x="107061" y="3334"/>
                    <a:pt x="85058" y="0"/>
                    <a:pt x="62484" y="0"/>
                  </a:cubicBezTo>
                  <a:cubicBezTo>
                    <a:pt x="20479" y="0"/>
                    <a:pt x="0" y="15240"/>
                    <a:pt x="0" y="46672"/>
                  </a:cubicBezTo>
                  <a:cubicBezTo>
                    <a:pt x="0" y="70961"/>
                    <a:pt x="11335" y="86011"/>
                    <a:pt x="39243" y="9839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99AC9FD-177A-6EC4-D7FE-760A3505B4BC}"/>
                </a:ext>
              </a:extLst>
            </p:cNvPr>
            <p:cNvSpPr/>
            <p:nvPr/>
          </p:nvSpPr>
          <p:spPr>
            <a:xfrm>
              <a:off x="10385068" y="5643347"/>
              <a:ext cx="121824" cy="194881"/>
            </a:xfrm>
            <a:custGeom>
              <a:avLst/>
              <a:gdLst>
                <a:gd name="csX0" fmla="*/ 82487 w 121824"/>
                <a:gd name="csY0" fmla="*/ 89535 h 194881"/>
                <a:gd name="csX1" fmla="*/ 50673 w 121824"/>
                <a:gd name="csY1" fmla="*/ 75628 h 194881"/>
                <a:gd name="csX2" fmla="*/ 27051 w 121824"/>
                <a:gd name="csY2" fmla="*/ 46672 h 194881"/>
                <a:gd name="csX3" fmla="*/ 63055 w 121824"/>
                <a:gd name="csY3" fmla="*/ 23813 h 194881"/>
                <a:gd name="csX4" fmla="*/ 112967 w 121824"/>
                <a:gd name="csY4" fmla="*/ 27051 h 194881"/>
                <a:gd name="csX5" fmla="*/ 115157 w 121824"/>
                <a:gd name="csY5" fmla="*/ 27337 h 194881"/>
                <a:gd name="csX6" fmla="*/ 115157 w 121824"/>
                <a:gd name="csY6" fmla="*/ 5429 h 194881"/>
                <a:gd name="csX7" fmla="*/ 113633 w 121824"/>
                <a:gd name="csY7" fmla="*/ 5048 h 194881"/>
                <a:gd name="csX8" fmla="*/ 62294 w 121824"/>
                <a:gd name="csY8" fmla="*/ 0 h 194881"/>
                <a:gd name="csX9" fmla="*/ 0 w 121824"/>
                <a:gd name="csY9" fmla="*/ 46672 h 194881"/>
                <a:gd name="csX10" fmla="*/ 39148 w 121824"/>
                <a:gd name="csY10" fmla="*/ 98393 h 194881"/>
                <a:gd name="csX11" fmla="*/ 70675 w 121824"/>
                <a:gd name="csY11" fmla="*/ 112586 h 194881"/>
                <a:gd name="csX12" fmla="*/ 94583 w 121824"/>
                <a:gd name="csY12" fmla="*/ 142780 h 194881"/>
                <a:gd name="csX13" fmla="*/ 58865 w 121824"/>
                <a:gd name="csY13" fmla="*/ 171069 h 194881"/>
                <a:gd name="csX14" fmla="*/ 6477 w 121824"/>
                <a:gd name="csY14" fmla="*/ 167830 h 194881"/>
                <a:gd name="csX15" fmla="*/ 4286 w 121824"/>
                <a:gd name="csY15" fmla="*/ 167545 h 194881"/>
                <a:gd name="csX16" fmla="*/ 4286 w 121824"/>
                <a:gd name="csY16" fmla="*/ 189262 h 194881"/>
                <a:gd name="csX17" fmla="*/ 5810 w 121824"/>
                <a:gd name="csY17" fmla="*/ 189643 h 194881"/>
                <a:gd name="csX18" fmla="*/ 58865 w 121824"/>
                <a:gd name="csY18" fmla="*/ 194881 h 194881"/>
                <a:gd name="csX19" fmla="*/ 121825 w 121824"/>
                <a:gd name="csY19" fmla="*/ 142780 h 194881"/>
                <a:gd name="csX20" fmla="*/ 82487 w 121824"/>
                <a:gd name="csY20" fmla="*/ 89535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824" h="194881">
                  <a:moveTo>
                    <a:pt x="82487" y="89535"/>
                  </a:moveTo>
                  <a:lnTo>
                    <a:pt x="50673" y="75628"/>
                  </a:lnTo>
                  <a:cubicBezTo>
                    <a:pt x="30670" y="66770"/>
                    <a:pt x="27051" y="58960"/>
                    <a:pt x="27051" y="46672"/>
                  </a:cubicBezTo>
                  <a:cubicBezTo>
                    <a:pt x="27051" y="30194"/>
                    <a:pt x="37147" y="23813"/>
                    <a:pt x="63055" y="23813"/>
                  </a:cubicBezTo>
                  <a:cubicBezTo>
                    <a:pt x="82772" y="23813"/>
                    <a:pt x="106204" y="26289"/>
                    <a:pt x="112967" y="27051"/>
                  </a:cubicBezTo>
                  <a:lnTo>
                    <a:pt x="115157" y="27337"/>
                  </a:lnTo>
                  <a:lnTo>
                    <a:pt x="115157" y="5429"/>
                  </a:lnTo>
                  <a:lnTo>
                    <a:pt x="113633" y="5048"/>
                  </a:lnTo>
                  <a:cubicBezTo>
                    <a:pt x="107251" y="3334"/>
                    <a:pt x="84868" y="0"/>
                    <a:pt x="62294" y="0"/>
                  </a:cubicBezTo>
                  <a:cubicBezTo>
                    <a:pt x="20383" y="0"/>
                    <a:pt x="0" y="15240"/>
                    <a:pt x="0" y="46672"/>
                  </a:cubicBezTo>
                  <a:cubicBezTo>
                    <a:pt x="0" y="71056"/>
                    <a:pt x="11335" y="86106"/>
                    <a:pt x="39148" y="98393"/>
                  </a:cubicBezTo>
                  <a:lnTo>
                    <a:pt x="70675" y="112586"/>
                  </a:lnTo>
                  <a:cubicBezTo>
                    <a:pt x="90869" y="121825"/>
                    <a:pt x="94583" y="130016"/>
                    <a:pt x="94583" y="142780"/>
                  </a:cubicBezTo>
                  <a:cubicBezTo>
                    <a:pt x="94583" y="162592"/>
                    <a:pt x="83915" y="171069"/>
                    <a:pt x="58865" y="171069"/>
                  </a:cubicBezTo>
                  <a:cubicBezTo>
                    <a:pt x="36195" y="171069"/>
                    <a:pt x="18097" y="169259"/>
                    <a:pt x="6477" y="167830"/>
                  </a:cubicBezTo>
                  <a:lnTo>
                    <a:pt x="4286" y="167545"/>
                  </a:lnTo>
                  <a:lnTo>
                    <a:pt x="4286" y="189262"/>
                  </a:lnTo>
                  <a:lnTo>
                    <a:pt x="5810" y="189643"/>
                  </a:lnTo>
                  <a:cubicBezTo>
                    <a:pt x="13145" y="191548"/>
                    <a:pt x="37147" y="194881"/>
                    <a:pt x="58865" y="194881"/>
                  </a:cubicBezTo>
                  <a:cubicBezTo>
                    <a:pt x="100108" y="194881"/>
                    <a:pt x="121825" y="176879"/>
                    <a:pt x="121825" y="142780"/>
                  </a:cubicBezTo>
                  <a:cubicBezTo>
                    <a:pt x="121825" y="117348"/>
                    <a:pt x="110490" y="101917"/>
                    <a:pt x="82487" y="895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C9DE428-D657-44F4-3050-55C56C9A5315}"/>
                </a:ext>
              </a:extLst>
            </p:cNvPr>
            <p:cNvSpPr/>
            <p:nvPr/>
          </p:nvSpPr>
          <p:spPr>
            <a:xfrm>
              <a:off x="10527467" y="5690782"/>
              <a:ext cx="178879" cy="144017"/>
            </a:xfrm>
            <a:custGeom>
              <a:avLst/>
              <a:gdLst>
                <a:gd name="csX0" fmla="*/ 137065 w 178879"/>
                <a:gd name="csY0" fmla="*/ 0 h 144017"/>
                <a:gd name="csX1" fmla="*/ 95440 w 178879"/>
                <a:gd name="csY1" fmla="*/ 13906 h 144017"/>
                <a:gd name="csX2" fmla="*/ 64770 w 178879"/>
                <a:gd name="csY2" fmla="*/ 0 h 144017"/>
                <a:gd name="csX3" fmla="*/ 26098 w 178879"/>
                <a:gd name="csY3" fmla="*/ 12287 h 144017"/>
                <a:gd name="csX4" fmla="*/ 26098 w 178879"/>
                <a:gd name="csY4" fmla="*/ 3429 h 144017"/>
                <a:gd name="csX5" fmla="*/ 0 w 178879"/>
                <a:gd name="csY5" fmla="*/ 3429 h 144017"/>
                <a:gd name="csX6" fmla="*/ 0 w 178879"/>
                <a:gd name="csY6" fmla="*/ 144018 h 144017"/>
                <a:gd name="csX7" fmla="*/ 26098 w 178879"/>
                <a:gd name="csY7" fmla="*/ 144018 h 144017"/>
                <a:gd name="csX8" fmla="*/ 26098 w 178879"/>
                <a:gd name="csY8" fmla="*/ 34195 h 144017"/>
                <a:gd name="csX9" fmla="*/ 59626 w 178879"/>
                <a:gd name="csY9" fmla="*/ 23146 h 144017"/>
                <a:gd name="csX10" fmla="*/ 76295 w 178879"/>
                <a:gd name="csY10" fmla="*/ 51435 h 144017"/>
                <a:gd name="csX11" fmla="*/ 76295 w 178879"/>
                <a:gd name="csY11" fmla="*/ 144018 h 144017"/>
                <a:gd name="csX12" fmla="*/ 102584 w 178879"/>
                <a:gd name="csY12" fmla="*/ 144018 h 144017"/>
                <a:gd name="csX13" fmla="*/ 102584 w 178879"/>
                <a:gd name="csY13" fmla="*/ 51435 h 144017"/>
                <a:gd name="csX14" fmla="*/ 101727 w 178879"/>
                <a:gd name="csY14" fmla="*/ 33623 h 144017"/>
                <a:gd name="csX15" fmla="*/ 134112 w 178879"/>
                <a:gd name="csY15" fmla="*/ 23146 h 144017"/>
                <a:gd name="csX16" fmla="*/ 152495 w 178879"/>
                <a:gd name="csY16" fmla="*/ 51435 h 144017"/>
                <a:gd name="csX17" fmla="*/ 152495 w 178879"/>
                <a:gd name="csY17" fmla="*/ 144018 h 144017"/>
                <a:gd name="csX18" fmla="*/ 178879 w 178879"/>
                <a:gd name="csY18" fmla="*/ 144018 h 144017"/>
                <a:gd name="csX19" fmla="*/ 178879 w 178879"/>
                <a:gd name="csY19" fmla="*/ 51435 h 144017"/>
                <a:gd name="csX20" fmla="*/ 137160 w 178879"/>
                <a:gd name="csY20" fmla="*/ 0 h 14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8879" h="144017">
                  <a:moveTo>
                    <a:pt x="137065" y="0"/>
                  </a:moveTo>
                  <a:cubicBezTo>
                    <a:pt x="123825" y="0"/>
                    <a:pt x="110204" y="4572"/>
                    <a:pt x="95440" y="13906"/>
                  </a:cubicBezTo>
                  <a:cubicBezTo>
                    <a:pt x="89154" y="4572"/>
                    <a:pt x="79153" y="0"/>
                    <a:pt x="64770" y="0"/>
                  </a:cubicBezTo>
                  <a:cubicBezTo>
                    <a:pt x="48482" y="0"/>
                    <a:pt x="35147" y="6286"/>
                    <a:pt x="26098" y="12287"/>
                  </a:cubicBezTo>
                  <a:lnTo>
                    <a:pt x="26098" y="3429"/>
                  </a:lnTo>
                  <a:lnTo>
                    <a:pt x="0" y="3429"/>
                  </a:lnTo>
                  <a:lnTo>
                    <a:pt x="0" y="144018"/>
                  </a:lnTo>
                  <a:lnTo>
                    <a:pt x="26098" y="144018"/>
                  </a:lnTo>
                  <a:lnTo>
                    <a:pt x="26098" y="34195"/>
                  </a:lnTo>
                  <a:cubicBezTo>
                    <a:pt x="35338" y="29051"/>
                    <a:pt x="48292" y="23146"/>
                    <a:pt x="59626" y="23146"/>
                  </a:cubicBezTo>
                  <a:cubicBezTo>
                    <a:pt x="76295" y="23146"/>
                    <a:pt x="76295" y="32004"/>
                    <a:pt x="76295" y="51435"/>
                  </a:cubicBezTo>
                  <a:lnTo>
                    <a:pt x="76295" y="144018"/>
                  </a:lnTo>
                  <a:lnTo>
                    <a:pt x="102584" y="144018"/>
                  </a:lnTo>
                  <a:lnTo>
                    <a:pt x="102584" y="51435"/>
                  </a:lnTo>
                  <a:cubicBezTo>
                    <a:pt x="102584" y="45910"/>
                    <a:pt x="102584" y="39815"/>
                    <a:pt x="101727" y="33623"/>
                  </a:cubicBezTo>
                  <a:cubicBezTo>
                    <a:pt x="113252" y="27146"/>
                    <a:pt x="125540" y="23146"/>
                    <a:pt x="134112" y="23146"/>
                  </a:cubicBezTo>
                  <a:cubicBezTo>
                    <a:pt x="152495" y="23146"/>
                    <a:pt x="152495" y="32004"/>
                    <a:pt x="152495" y="51435"/>
                  </a:cubicBezTo>
                  <a:lnTo>
                    <a:pt x="152495" y="144018"/>
                  </a:lnTo>
                  <a:lnTo>
                    <a:pt x="178879" y="144018"/>
                  </a:lnTo>
                  <a:lnTo>
                    <a:pt x="178879" y="51435"/>
                  </a:lnTo>
                  <a:cubicBezTo>
                    <a:pt x="178879" y="30956"/>
                    <a:pt x="178879" y="0"/>
                    <a:pt x="13716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B8604C6-7325-A600-0F00-389231800FCB}"/>
                </a:ext>
              </a:extLst>
            </p:cNvPr>
            <p:cNvSpPr/>
            <p:nvPr/>
          </p:nvSpPr>
          <p:spPr>
            <a:xfrm>
              <a:off x="10734826" y="5694211"/>
              <a:ext cx="26384" cy="140588"/>
            </a:xfrm>
            <a:custGeom>
              <a:avLst/>
              <a:gdLst>
                <a:gd name="csX0" fmla="*/ 0 w 26384"/>
                <a:gd name="csY0" fmla="*/ 140589 h 140588"/>
                <a:gd name="csX1" fmla="*/ 12573 w 26384"/>
                <a:gd name="csY1" fmla="*/ 140589 h 140588"/>
                <a:gd name="csX2" fmla="*/ 26384 w 26384"/>
                <a:gd name="csY2" fmla="*/ 140589 h 140588"/>
                <a:gd name="csX3" fmla="*/ 26384 w 26384"/>
                <a:gd name="csY3" fmla="*/ 61055 h 140588"/>
                <a:gd name="csX4" fmla="*/ 26384 w 26384"/>
                <a:gd name="csY4" fmla="*/ 0 h 140588"/>
                <a:gd name="csX5" fmla="*/ 13145 w 26384"/>
                <a:gd name="csY5" fmla="*/ 0 h 140588"/>
                <a:gd name="csX6" fmla="*/ 0 w 26384"/>
                <a:gd name="csY6" fmla="*/ 0 h 140588"/>
                <a:gd name="csX7" fmla="*/ 0 w 26384"/>
                <a:gd name="csY7" fmla="*/ 60769 h 140588"/>
                <a:gd name="csX8" fmla="*/ 0 w 26384"/>
                <a:gd name="csY8" fmla="*/ 140589 h 14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84" h="140588">
                  <a:moveTo>
                    <a:pt x="0" y="140589"/>
                  </a:moveTo>
                  <a:lnTo>
                    <a:pt x="12573" y="140589"/>
                  </a:lnTo>
                  <a:lnTo>
                    <a:pt x="26384" y="140589"/>
                  </a:lnTo>
                  <a:lnTo>
                    <a:pt x="26384" y="61055"/>
                  </a:lnTo>
                  <a:lnTo>
                    <a:pt x="26384" y="0"/>
                  </a:lnTo>
                  <a:lnTo>
                    <a:pt x="13145" y="0"/>
                  </a:lnTo>
                  <a:lnTo>
                    <a:pt x="0" y="0"/>
                  </a:lnTo>
                  <a:lnTo>
                    <a:pt x="0" y="60769"/>
                  </a:lnTo>
                  <a:lnTo>
                    <a:pt x="0" y="140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192C151-A204-9F6F-E09A-B6550FD58CF9}"/>
                </a:ext>
              </a:extLst>
            </p:cNvPr>
            <p:cNvSpPr/>
            <p:nvPr/>
          </p:nvSpPr>
          <p:spPr>
            <a:xfrm>
              <a:off x="10779307" y="5658778"/>
              <a:ext cx="90297" cy="179546"/>
            </a:xfrm>
            <a:custGeom>
              <a:avLst/>
              <a:gdLst>
                <a:gd name="csX0" fmla="*/ 53912 w 90297"/>
                <a:gd name="csY0" fmla="*/ 0 h 179546"/>
                <a:gd name="csX1" fmla="*/ 27527 w 90297"/>
                <a:gd name="csY1" fmla="*/ 0 h 179546"/>
                <a:gd name="csX2" fmla="*/ 27527 w 90297"/>
                <a:gd name="csY2" fmla="*/ 35528 h 179546"/>
                <a:gd name="csX3" fmla="*/ 0 w 90297"/>
                <a:gd name="csY3" fmla="*/ 35528 h 179546"/>
                <a:gd name="csX4" fmla="*/ 0 w 90297"/>
                <a:gd name="csY4" fmla="*/ 56007 h 179546"/>
                <a:gd name="csX5" fmla="*/ 27527 w 90297"/>
                <a:gd name="csY5" fmla="*/ 58007 h 179546"/>
                <a:gd name="csX6" fmla="*/ 27527 w 90297"/>
                <a:gd name="csY6" fmla="*/ 142780 h 179546"/>
                <a:gd name="csX7" fmla="*/ 63246 w 90297"/>
                <a:gd name="csY7" fmla="*/ 179546 h 179546"/>
                <a:gd name="csX8" fmla="*/ 88964 w 90297"/>
                <a:gd name="csY8" fmla="*/ 175736 h 179546"/>
                <a:gd name="csX9" fmla="*/ 90297 w 90297"/>
                <a:gd name="csY9" fmla="*/ 175260 h 179546"/>
                <a:gd name="csX10" fmla="*/ 90297 w 90297"/>
                <a:gd name="csY10" fmla="*/ 156210 h 179546"/>
                <a:gd name="csX11" fmla="*/ 88106 w 90297"/>
                <a:gd name="csY11" fmla="*/ 156496 h 179546"/>
                <a:gd name="csX12" fmla="*/ 65723 w 90297"/>
                <a:gd name="csY12" fmla="*/ 157734 h 179546"/>
                <a:gd name="csX13" fmla="*/ 53816 w 90297"/>
                <a:gd name="csY13" fmla="*/ 141922 h 179546"/>
                <a:gd name="csX14" fmla="*/ 53816 w 90297"/>
                <a:gd name="csY14" fmla="*/ 58293 h 179546"/>
                <a:gd name="csX15" fmla="*/ 90297 w 90297"/>
                <a:gd name="csY15" fmla="*/ 58293 h 179546"/>
                <a:gd name="csX16" fmla="*/ 90297 w 90297"/>
                <a:gd name="csY16" fmla="*/ 35623 h 179546"/>
                <a:gd name="csX17" fmla="*/ 53816 w 90297"/>
                <a:gd name="csY17" fmla="*/ 35623 h 179546"/>
                <a:gd name="csX18" fmla="*/ 53816 w 90297"/>
                <a:gd name="csY18" fmla="*/ 95 h 179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97" h="179546">
                  <a:moveTo>
                    <a:pt x="53912" y="0"/>
                  </a:moveTo>
                  <a:lnTo>
                    <a:pt x="27527" y="0"/>
                  </a:lnTo>
                  <a:lnTo>
                    <a:pt x="27527" y="35528"/>
                  </a:lnTo>
                  <a:lnTo>
                    <a:pt x="0" y="35528"/>
                  </a:lnTo>
                  <a:lnTo>
                    <a:pt x="0" y="56007"/>
                  </a:lnTo>
                  <a:lnTo>
                    <a:pt x="27527" y="58007"/>
                  </a:lnTo>
                  <a:lnTo>
                    <a:pt x="27527" y="142780"/>
                  </a:lnTo>
                  <a:cubicBezTo>
                    <a:pt x="27527" y="169545"/>
                    <a:pt x="37243" y="179546"/>
                    <a:pt x="63246" y="179546"/>
                  </a:cubicBezTo>
                  <a:cubicBezTo>
                    <a:pt x="74105" y="179546"/>
                    <a:pt x="85249" y="176974"/>
                    <a:pt x="88964" y="175736"/>
                  </a:cubicBezTo>
                  <a:lnTo>
                    <a:pt x="90297" y="175260"/>
                  </a:lnTo>
                  <a:lnTo>
                    <a:pt x="90297" y="156210"/>
                  </a:lnTo>
                  <a:lnTo>
                    <a:pt x="88106" y="156496"/>
                  </a:lnTo>
                  <a:cubicBezTo>
                    <a:pt x="83725" y="156972"/>
                    <a:pt x="73152" y="157734"/>
                    <a:pt x="65723" y="157734"/>
                  </a:cubicBezTo>
                  <a:cubicBezTo>
                    <a:pt x="54674" y="157734"/>
                    <a:pt x="53816" y="156686"/>
                    <a:pt x="53816" y="141922"/>
                  </a:cubicBezTo>
                  <a:lnTo>
                    <a:pt x="53816" y="58293"/>
                  </a:lnTo>
                  <a:lnTo>
                    <a:pt x="90297" y="58293"/>
                  </a:lnTo>
                  <a:lnTo>
                    <a:pt x="90297" y="35623"/>
                  </a:lnTo>
                  <a:lnTo>
                    <a:pt x="53816" y="35623"/>
                  </a:lnTo>
                  <a:lnTo>
                    <a:pt x="53816" y="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A26DFE5-0621-A6BC-6108-13D01AB2E746}"/>
                </a:ext>
              </a:extLst>
            </p:cNvPr>
            <p:cNvSpPr/>
            <p:nvPr/>
          </p:nvSpPr>
          <p:spPr>
            <a:xfrm>
              <a:off x="10888559" y="5638585"/>
              <a:ext cx="114300" cy="196119"/>
            </a:xfrm>
            <a:custGeom>
              <a:avLst/>
              <a:gdLst>
                <a:gd name="csX0" fmla="*/ 68485 w 114300"/>
                <a:gd name="csY0" fmla="*/ 52197 h 196119"/>
                <a:gd name="csX1" fmla="*/ 26099 w 114300"/>
                <a:gd name="csY1" fmla="*/ 62103 h 196119"/>
                <a:gd name="csX2" fmla="*/ 26099 w 114300"/>
                <a:gd name="csY2" fmla="*/ 0 h 196119"/>
                <a:gd name="csX3" fmla="*/ 0 w 114300"/>
                <a:gd name="csY3" fmla="*/ 0 h 196119"/>
                <a:gd name="csX4" fmla="*/ 0 w 114300"/>
                <a:gd name="csY4" fmla="*/ 196120 h 196119"/>
                <a:gd name="csX5" fmla="*/ 26099 w 114300"/>
                <a:gd name="csY5" fmla="*/ 196120 h 196119"/>
                <a:gd name="csX6" fmla="*/ 26099 w 114300"/>
                <a:gd name="csY6" fmla="*/ 84391 h 196119"/>
                <a:gd name="csX7" fmla="*/ 64103 w 114300"/>
                <a:gd name="csY7" fmla="*/ 75438 h 196119"/>
                <a:gd name="csX8" fmla="*/ 87916 w 114300"/>
                <a:gd name="csY8" fmla="*/ 107632 h 196119"/>
                <a:gd name="csX9" fmla="*/ 87916 w 114300"/>
                <a:gd name="csY9" fmla="*/ 196025 h 196119"/>
                <a:gd name="csX10" fmla="*/ 114300 w 114300"/>
                <a:gd name="csY10" fmla="*/ 196025 h 196119"/>
                <a:gd name="csX11" fmla="*/ 114300 w 114300"/>
                <a:gd name="csY11" fmla="*/ 106870 h 196119"/>
                <a:gd name="csX12" fmla="*/ 68580 w 114300"/>
                <a:gd name="csY12" fmla="*/ 52006 h 196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300" h="196119">
                  <a:moveTo>
                    <a:pt x="68485" y="52197"/>
                  </a:moveTo>
                  <a:cubicBezTo>
                    <a:pt x="54197" y="52197"/>
                    <a:pt x="39910" y="55531"/>
                    <a:pt x="26099" y="62103"/>
                  </a:cubicBezTo>
                  <a:lnTo>
                    <a:pt x="26099" y="0"/>
                  </a:lnTo>
                  <a:lnTo>
                    <a:pt x="0" y="0"/>
                  </a:lnTo>
                  <a:lnTo>
                    <a:pt x="0" y="196120"/>
                  </a:lnTo>
                  <a:lnTo>
                    <a:pt x="26099" y="196120"/>
                  </a:lnTo>
                  <a:lnTo>
                    <a:pt x="26099" y="84391"/>
                  </a:lnTo>
                  <a:cubicBezTo>
                    <a:pt x="35624" y="80010"/>
                    <a:pt x="50197" y="75438"/>
                    <a:pt x="64103" y="75438"/>
                  </a:cubicBezTo>
                  <a:cubicBezTo>
                    <a:pt x="80201" y="75438"/>
                    <a:pt x="87916" y="80296"/>
                    <a:pt x="87916" y="107632"/>
                  </a:cubicBezTo>
                  <a:lnTo>
                    <a:pt x="87916" y="196025"/>
                  </a:lnTo>
                  <a:lnTo>
                    <a:pt x="114300" y="196025"/>
                  </a:lnTo>
                  <a:lnTo>
                    <a:pt x="114300" y="106870"/>
                  </a:lnTo>
                  <a:cubicBezTo>
                    <a:pt x="114300" y="69914"/>
                    <a:pt x="99346" y="52006"/>
                    <a:pt x="68580" y="520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880ECC5-4725-EDBA-7B5C-38A1A55D9375}"/>
                </a:ext>
              </a:extLst>
            </p:cNvPr>
            <p:cNvSpPr/>
            <p:nvPr/>
          </p:nvSpPr>
          <p:spPr>
            <a:xfrm>
              <a:off x="10028357" y="5184719"/>
              <a:ext cx="441483" cy="236601"/>
            </a:xfrm>
            <a:custGeom>
              <a:avLst/>
              <a:gdLst>
                <a:gd name="csX0" fmla="*/ 236696 w 441483"/>
                <a:gd name="csY0" fmla="*/ 0 h 236601"/>
                <a:gd name="csX1" fmla="*/ 0 w 441483"/>
                <a:gd name="csY1" fmla="*/ 0 h 236601"/>
                <a:gd name="csX2" fmla="*/ 31718 w 441483"/>
                <a:gd name="csY2" fmla="*/ 118301 h 236601"/>
                <a:gd name="csX3" fmla="*/ 236601 w 441483"/>
                <a:gd name="csY3" fmla="*/ 236601 h 236601"/>
                <a:gd name="csX4" fmla="*/ 441484 w 441483"/>
                <a:gd name="csY4" fmla="*/ 118301 h 236601"/>
                <a:gd name="csX5" fmla="*/ 236696 w 441483"/>
                <a:gd name="csY5" fmla="*/ 0 h 236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1483" h="236601">
                  <a:moveTo>
                    <a:pt x="236696" y="0"/>
                  </a:moveTo>
                  <a:lnTo>
                    <a:pt x="0" y="0"/>
                  </a:lnTo>
                  <a:cubicBezTo>
                    <a:pt x="0" y="43148"/>
                    <a:pt x="11621" y="83534"/>
                    <a:pt x="31718" y="118301"/>
                  </a:cubicBezTo>
                  <a:cubicBezTo>
                    <a:pt x="72676" y="188976"/>
                    <a:pt x="149066" y="236601"/>
                    <a:pt x="236601" y="236601"/>
                  </a:cubicBezTo>
                  <a:cubicBezTo>
                    <a:pt x="324136" y="236601"/>
                    <a:pt x="400622" y="188976"/>
                    <a:pt x="441484" y="118301"/>
                  </a:cubicBezTo>
                  <a:cubicBezTo>
                    <a:pt x="400622" y="47625"/>
                    <a:pt x="324231" y="0"/>
                    <a:pt x="2366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871D0F2-B6D3-1E78-5501-73C905FD1437}"/>
                </a:ext>
              </a:extLst>
            </p:cNvPr>
            <p:cNvSpPr/>
            <p:nvPr/>
          </p:nvSpPr>
          <p:spPr>
            <a:xfrm>
              <a:off x="10028357" y="5303019"/>
              <a:ext cx="473297" cy="355092"/>
            </a:xfrm>
            <a:custGeom>
              <a:avLst/>
              <a:gdLst>
                <a:gd name="csX0" fmla="*/ 445389 w 473297"/>
                <a:gd name="csY0" fmla="*/ 6763 h 355092"/>
                <a:gd name="csX1" fmla="*/ 441674 w 473297"/>
                <a:gd name="csY1" fmla="*/ 0 h 355092"/>
                <a:gd name="csX2" fmla="*/ 247555 w 473297"/>
                <a:gd name="csY2" fmla="*/ 138684 h 355092"/>
                <a:gd name="csX3" fmla="*/ 247555 w 473297"/>
                <a:gd name="csY3" fmla="*/ 138684 h 355092"/>
                <a:gd name="csX4" fmla="*/ 42672 w 473297"/>
                <a:gd name="csY4" fmla="*/ 256985 h 355092"/>
                <a:gd name="csX5" fmla="*/ 0 w 473297"/>
                <a:gd name="csY5" fmla="*/ 353568 h 355092"/>
                <a:gd name="csX6" fmla="*/ 0 w 473297"/>
                <a:gd name="csY6" fmla="*/ 355092 h 355092"/>
                <a:gd name="csX7" fmla="*/ 236696 w 473297"/>
                <a:gd name="csY7" fmla="*/ 355092 h 355092"/>
                <a:gd name="csX8" fmla="*/ 441579 w 473297"/>
                <a:gd name="csY8" fmla="*/ 236791 h 355092"/>
                <a:gd name="csX9" fmla="*/ 473297 w 473297"/>
                <a:gd name="csY9" fmla="*/ 118491 h 355092"/>
                <a:gd name="csX10" fmla="*/ 445389 w 473297"/>
                <a:gd name="csY10" fmla="*/ 6953 h 355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3297" h="355092">
                  <a:moveTo>
                    <a:pt x="445389" y="6763"/>
                  </a:moveTo>
                  <a:cubicBezTo>
                    <a:pt x="444151" y="4382"/>
                    <a:pt x="442913" y="2191"/>
                    <a:pt x="441674" y="0"/>
                  </a:cubicBezTo>
                  <a:cubicBezTo>
                    <a:pt x="413957" y="84392"/>
                    <a:pt x="353759" y="138684"/>
                    <a:pt x="247555" y="138684"/>
                  </a:cubicBezTo>
                  <a:lnTo>
                    <a:pt x="247555" y="138684"/>
                  </a:lnTo>
                  <a:cubicBezTo>
                    <a:pt x="159925" y="138684"/>
                    <a:pt x="83534" y="186309"/>
                    <a:pt x="42672" y="256985"/>
                  </a:cubicBezTo>
                  <a:cubicBezTo>
                    <a:pt x="25813" y="285941"/>
                    <a:pt x="6287" y="318611"/>
                    <a:pt x="0" y="353568"/>
                  </a:cubicBezTo>
                  <a:cubicBezTo>
                    <a:pt x="0" y="354044"/>
                    <a:pt x="0" y="354616"/>
                    <a:pt x="0" y="355092"/>
                  </a:cubicBezTo>
                  <a:lnTo>
                    <a:pt x="236696" y="355092"/>
                  </a:lnTo>
                  <a:cubicBezTo>
                    <a:pt x="324231" y="355092"/>
                    <a:pt x="400717" y="307467"/>
                    <a:pt x="441579" y="236791"/>
                  </a:cubicBezTo>
                  <a:cubicBezTo>
                    <a:pt x="461677" y="201930"/>
                    <a:pt x="473297" y="161544"/>
                    <a:pt x="473297" y="118491"/>
                  </a:cubicBezTo>
                  <a:cubicBezTo>
                    <a:pt x="473297" y="78105"/>
                    <a:pt x="463201" y="40195"/>
                    <a:pt x="445389" y="695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E64581-6ADC-5C0E-6E0D-A99FD5D6123A}"/>
              </a:ext>
            </a:extLst>
          </p:cNvPr>
          <p:cNvCxnSpPr>
            <a:cxnSpLocks/>
          </p:cNvCxnSpPr>
          <p:nvPr userDrawn="1"/>
        </p:nvCxnSpPr>
        <p:spPr>
          <a:xfrm>
            <a:off x="8543926" y="1465239"/>
            <a:ext cx="954088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 Placeholder 50">
            <a:extLst>
              <a:ext uri="{FF2B5EF4-FFF2-40B4-BE49-F238E27FC236}">
                <a16:creationId xmlns:a16="http://schemas.microsoft.com/office/drawing/2014/main" id="{0967E9F1-F47E-4470-1743-F857814E3FB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88999" y="1452539"/>
            <a:ext cx="6750050" cy="968400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4" name="Slide Number Placeholder 83">
            <a:extLst>
              <a:ext uri="{FF2B5EF4-FFF2-40B4-BE49-F238E27FC236}">
                <a16:creationId xmlns:a16="http://schemas.microsoft.com/office/drawing/2014/main" id="{DA70D23A-C836-9E16-E19A-02BE7C0944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00110C4D-2876-EC8E-AF67-E03B5BD5EC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6726" y="1452539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04C9AFBB-005A-50BF-2DFC-F704D25524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726" y="2691247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FBC8621A-2156-018A-4BC7-54D481ADEF4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6726" y="3929955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B70DCD98-93A4-4569-AD02-CA7BDA87EF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6726" y="5168663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38AF75-A4ED-5DFB-8BB9-D0402653A501}"/>
              </a:ext>
            </a:extLst>
          </p:cNvPr>
          <p:cNvSpPr txBox="1"/>
          <p:nvPr userDrawn="1"/>
        </p:nvSpPr>
        <p:spPr>
          <a:xfrm>
            <a:off x="12511610" y="1451443"/>
            <a:ext cx="205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If you require fewer bullet points, delete the unused ones – delete the D icon, text box and keyline.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Delete from the bottom up to keep spacing correct.</a:t>
            </a:r>
          </a:p>
        </p:txBody>
      </p:sp>
    </p:spTree>
    <p:extLst>
      <p:ext uri="{BB962C8B-B14F-4D97-AF65-F5344CB8AC3E}">
        <p14:creationId xmlns:p14="http://schemas.microsoft.com/office/powerpoint/2010/main" val="2118922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6D850-16B9-F7DD-2EF7-F4C858202D9D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9DE1AB-7501-AF4B-0009-3ECFDCB9D015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F2F0F9D5-2463-BF32-3E64-C96E659A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10498138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E64581-6ADC-5C0E-6E0D-A99FD5D6123A}"/>
              </a:ext>
            </a:extLst>
          </p:cNvPr>
          <p:cNvCxnSpPr>
            <a:cxnSpLocks/>
          </p:cNvCxnSpPr>
          <p:nvPr userDrawn="1"/>
        </p:nvCxnSpPr>
        <p:spPr>
          <a:xfrm>
            <a:off x="8543926" y="1507193"/>
            <a:ext cx="954088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39713-D9B5-B4F2-F68F-E7A7C1BF4A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726" y="1441450"/>
            <a:ext cx="5628486" cy="615948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626847-41B5-3E22-CFA1-6A4B603AC40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6726" y="2236788"/>
            <a:ext cx="2460624" cy="2460623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47D1F79-0439-E952-14C9-E986E67E7E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30957" y="2236789"/>
            <a:ext cx="2460619" cy="2460618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0852CD9-0555-3ACA-ECC4-F27A9BC9296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8842" y="2236789"/>
            <a:ext cx="2460623" cy="2460622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69774D-195A-A2C9-AE30-47C21FA24A37}"/>
              </a:ext>
            </a:extLst>
          </p:cNvPr>
          <p:cNvCxnSpPr>
            <a:cxnSpLocks/>
          </p:cNvCxnSpPr>
          <p:nvPr userDrawn="1"/>
        </p:nvCxnSpPr>
        <p:spPr>
          <a:xfrm>
            <a:off x="3163096" y="2236788"/>
            <a:ext cx="0" cy="36639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4BDF34-CB41-6131-5E97-814DF6F1C20B}"/>
              </a:ext>
            </a:extLst>
          </p:cNvPr>
          <p:cNvCxnSpPr>
            <a:cxnSpLocks/>
          </p:cNvCxnSpPr>
          <p:nvPr userDrawn="1"/>
        </p:nvCxnSpPr>
        <p:spPr>
          <a:xfrm>
            <a:off x="6095211" y="2236788"/>
            <a:ext cx="0" cy="36648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1482FE-C226-7D25-5DE8-CF6047BC4B7D}"/>
              </a:ext>
            </a:extLst>
          </p:cNvPr>
          <p:cNvCxnSpPr>
            <a:cxnSpLocks/>
          </p:cNvCxnSpPr>
          <p:nvPr userDrawn="1"/>
        </p:nvCxnSpPr>
        <p:spPr>
          <a:xfrm>
            <a:off x="9027323" y="2236788"/>
            <a:ext cx="0" cy="36648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icture Placeholder 6">
            <a:extLst>
              <a:ext uri="{FF2B5EF4-FFF2-40B4-BE49-F238E27FC236}">
                <a16:creationId xmlns:a16="http://schemas.microsoft.com/office/drawing/2014/main" id="{1BEBBAE7-ABE7-8873-8027-C116622A22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263069" y="2236789"/>
            <a:ext cx="2460618" cy="2460617"/>
          </a:xfrm>
          <a:solidFill>
            <a:schemeClr val="bg1">
              <a:lumMod val="95000"/>
            </a:schemeClr>
          </a:solidFill>
        </p:spPr>
        <p:txBody>
          <a:bodyPr lIns="72000" tIns="72000" rIns="72000" bIns="72000"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E1D0626E-E5D2-78E8-4EC7-271705419E4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A85D15F5-58E6-837B-0298-8597398E8B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98843" y="2236789"/>
            <a:ext cx="2460622" cy="2460622"/>
          </a:xfrm>
          <a:custGeom>
            <a:avLst/>
            <a:gdLst>
              <a:gd name="csX0" fmla="*/ 554815 w 2614613"/>
              <a:gd name="csY0" fmla="*/ 556308 h 2614613"/>
              <a:gd name="csX1" fmla="*/ 655735 w 2614613"/>
              <a:gd name="csY1" fmla="*/ 932553 h 2614613"/>
              <a:gd name="csX2" fmla="*/ 1307275 w 2614613"/>
              <a:gd name="csY2" fmla="*/ 1308783 h 2614613"/>
              <a:gd name="csX3" fmla="*/ 655735 w 2614613"/>
              <a:gd name="csY3" fmla="*/ 1685013 h 2614613"/>
              <a:gd name="csX4" fmla="*/ 554893 w 2614613"/>
              <a:gd name="csY4" fmla="*/ 2056480 h 2614613"/>
              <a:gd name="csX5" fmla="*/ 554815 w 2614613"/>
              <a:gd name="csY5" fmla="*/ 2061258 h 2614613"/>
              <a:gd name="csX6" fmla="*/ 1307290 w 2614613"/>
              <a:gd name="csY6" fmla="*/ 2061258 h 2614613"/>
              <a:gd name="csX7" fmla="*/ 1958861 w 2614613"/>
              <a:gd name="csY7" fmla="*/ 1684997 h 2614613"/>
              <a:gd name="csX8" fmla="*/ 2059797 w 2614613"/>
              <a:gd name="csY8" fmla="*/ 1308783 h 2614613"/>
              <a:gd name="csX9" fmla="*/ 1970807 w 2614613"/>
              <a:gd name="csY9" fmla="*/ 953993 h 2614613"/>
              <a:gd name="csX10" fmla="*/ 1970791 w 2614613"/>
              <a:gd name="csY10" fmla="*/ 954008 h 2614613"/>
              <a:gd name="csX11" fmla="*/ 1958845 w 2614613"/>
              <a:gd name="csY11" fmla="*/ 932553 h 2614613"/>
              <a:gd name="csX12" fmla="*/ 1307290 w 2614613"/>
              <a:gd name="csY12" fmla="*/ 556308 h 2614613"/>
              <a:gd name="csX13" fmla="*/ 0 w 2614613"/>
              <a:gd name="csY13" fmla="*/ 0 h 2614613"/>
              <a:gd name="csX14" fmla="*/ 2614613 w 2614613"/>
              <a:gd name="csY14" fmla="*/ 0 h 2614613"/>
              <a:gd name="csX15" fmla="*/ 2614613 w 2614613"/>
              <a:gd name="csY15" fmla="*/ 2614613 h 2614613"/>
              <a:gd name="csX16" fmla="*/ 0 w 2614613"/>
              <a:gd name="csY16" fmla="*/ 2614613 h 2614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14613" h="2614613">
                <a:moveTo>
                  <a:pt x="554815" y="556308"/>
                </a:moveTo>
                <a:cubicBezTo>
                  <a:pt x="554815" y="693424"/>
                  <a:pt x="591667" y="821842"/>
                  <a:pt x="655735" y="932553"/>
                </a:cubicBezTo>
                <a:cubicBezTo>
                  <a:pt x="785856" y="1157410"/>
                  <a:pt x="1028811" y="1308783"/>
                  <a:pt x="1307275" y="1308783"/>
                </a:cubicBezTo>
                <a:cubicBezTo>
                  <a:pt x="1028811" y="1308783"/>
                  <a:pt x="785856" y="1460171"/>
                  <a:pt x="655735" y="1685013"/>
                </a:cubicBezTo>
                <a:cubicBezTo>
                  <a:pt x="592416" y="1794412"/>
                  <a:pt x="555736" y="1921175"/>
                  <a:pt x="554893" y="2056480"/>
                </a:cubicBezTo>
                <a:cubicBezTo>
                  <a:pt x="554893" y="2058073"/>
                  <a:pt x="554815" y="2059650"/>
                  <a:pt x="554815" y="2061258"/>
                </a:cubicBezTo>
                <a:lnTo>
                  <a:pt x="1307290" y="2061258"/>
                </a:lnTo>
                <a:cubicBezTo>
                  <a:pt x="1585770" y="2061258"/>
                  <a:pt x="1828725" y="1909854"/>
                  <a:pt x="1958861" y="1684997"/>
                </a:cubicBezTo>
                <a:cubicBezTo>
                  <a:pt x="2022914" y="1574317"/>
                  <a:pt x="2059797" y="1445884"/>
                  <a:pt x="2059797" y="1308783"/>
                </a:cubicBezTo>
                <a:cubicBezTo>
                  <a:pt x="2059797" y="1180443"/>
                  <a:pt x="2027489" y="1059707"/>
                  <a:pt x="1970807" y="953993"/>
                </a:cubicBezTo>
                <a:lnTo>
                  <a:pt x="1970791" y="954008"/>
                </a:lnTo>
                <a:cubicBezTo>
                  <a:pt x="1966778" y="946560"/>
                  <a:pt x="1962796" y="939393"/>
                  <a:pt x="1958845" y="932553"/>
                </a:cubicBezTo>
                <a:cubicBezTo>
                  <a:pt x="1828709" y="707712"/>
                  <a:pt x="1585754" y="556308"/>
                  <a:pt x="1307290" y="556308"/>
                </a:cubicBezTo>
                <a:close/>
                <a:moveTo>
                  <a:pt x="0" y="0"/>
                </a:moveTo>
                <a:lnTo>
                  <a:pt x="2614613" y="0"/>
                </a:lnTo>
                <a:lnTo>
                  <a:pt x="2614613" y="2614613"/>
                </a:lnTo>
                <a:lnTo>
                  <a:pt x="0" y="2614613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05779094-662D-C2C0-B9E8-C3D004402B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6726" y="2236789"/>
            <a:ext cx="2460624" cy="2460624"/>
          </a:xfrm>
          <a:custGeom>
            <a:avLst/>
            <a:gdLst>
              <a:gd name="csX0" fmla="*/ 554815 w 2614613"/>
              <a:gd name="csY0" fmla="*/ 556308 h 2614613"/>
              <a:gd name="csX1" fmla="*/ 655735 w 2614613"/>
              <a:gd name="csY1" fmla="*/ 932553 h 2614613"/>
              <a:gd name="csX2" fmla="*/ 1307275 w 2614613"/>
              <a:gd name="csY2" fmla="*/ 1308783 h 2614613"/>
              <a:gd name="csX3" fmla="*/ 655735 w 2614613"/>
              <a:gd name="csY3" fmla="*/ 1685013 h 2614613"/>
              <a:gd name="csX4" fmla="*/ 554893 w 2614613"/>
              <a:gd name="csY4" fmla="*/ 2056480 h 2614613"/>
              <a:gd name="csX5" fmla="*/ 554815 w 2614613"/>
              <a:gd name="csY5" fmla="*/ 2061258 h 2614613"/>
              <a:gd name="csX6" fmla="*/ 1307290 w 2614613"/>
              <a:gd name="csY6" fmla="*/ 2061258 h 2614613"/>
              <a:gd name="csX7" fmla="*/ 1958861 w 2614613"/>
              <a:gd name="csY7" fmla="*/ 1684997 h 2614613"/>
              <a:gd name="csX8" fmla="*/ 2059797 w 2614613"/>
              <a:gd name="csY8" fmla="*/ 1308783 h 2614613"/>
              <a:gd name="csX9" fmla="*/ 1970807 w 2614613"/>
              <a:gd name="csY9" fmla="*/ 953993 h 2614613"/>
              <a:gd name="csX10" fmla="*/ 1970791 w 2614613"/>
              <a:gd name="csY10" fmla="*/ 954008 h 2614613"/>
              <a:gd name="csX11" fmla="*/ 1958845 w 2614613"/>
              <a:gd name="csY11" fmla="*/ 932553 h 2614613"/>
              <a:gd name="csX12" fmla="*/ 1307290 w 2614613"/>
              <a:gd name="csY12" fmla="*/ 556308 h 2614613"/>
              <a:gd name="csX13" fmla="*/ 0 w 2614613"/>
              <a:gd name="csY13" fmla="*/ 0 h 2614613"/>
              <a:gd name="csX14" fmla="*/ 2614613 w 2614613"/>
              <a:gd name="csY14" fmla="*/ 0 h 2614613"/>
              <a:gd name="csX15" fmla="*/ 2614613 w 2614613"/>
              <a:gd name="csY15" fmla="*/ 2614613 h 2614613"/>
              <a:gd name="csX16" fmla="*/ 0 w 2614613"/>
              <a:gd name="csY16" fmla="*/ 2614613 h 2614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14613" h="2614613">
                <a:moveTo>
                  <a:pt x="554815" y="556308"/>
                </a:moveTo>
                <a:cubicBezTo>
                  <a:pt x="554815" y="693424"/>
                  <a:pt x="591667" y="821842"/>
                  <a:pt x="655735" y="932553"/>
                </a:cubicBezTo>
                <a:cubicBezTo>
                  <a:pt x="785856" y="1157410"/>
                  <a:pt x="1028811" y="1308783"/>
                  <a:pt x="1307275" y="1308783"/>
                </a:cubicBezTo>
                <a:cubicBezTo>
                  <a:pt x="1028811" y="1308783"/>
                  <a:pt x="785856" y="1460171"/>
                  <a:pt x="655735" y="1685013"/>
                </a:cubicBezTo>
                <a:cubicBezTo>
                  <a:pt x="592416" y="1794412"/>
                  <a:pt x="555736" y="1921175"/>
                  <a:pt x="554893" y="2056480"/>
                </a:cubicBezTo>
                <a:cubicBezTo>
                  <a:pt x="554893" y="2058073"/>
                  <a:pt x="554815" y="2059650"/>
                  <a:pt x="554815" y="2061258"/>
                </a:cubicBezTo>
                <a:lnTo>
                  <a:pt x="1307290" y="2061258"/>
                </a:lnTo>
                <a:cubicBezTo>
                  <a:pt x="1585770" y="2061258"/>
                  <a:pt x="1828725" y="1909854"/>
                  <a:pt x="1958861" y="1684997"/>
                </a:cubicBezTo>
                <a:cubicBezTo>
                  <a:pt x="2022914" y="1574317"/>
                  <a:pt x="2059797" y="1445884"/>
                  <a:pt x="2059797" y="1308783"/>
                </a:cubicBezTo>
                <a:cubicBezTo>
                  <a:pt x="2059797" y="1180443"/>
                  <a:pt x="2027489" y="1059707"/>
                  <a:pt x="1970807" y="953993"/>
                </a:cubicBezTo>
                <a:lnTo>
                  <a:pt x="1970791" y="954008"/>
                </a:lnTo>
                <a:cubicBezTo>
                  <a:pt x="1966778" y="946560"/>
                  <a:pt x="1962796" y="939393"/>
                  <a:pt x="1958845" y="932553"/>
                </a:cubicBezTo>
                <a:cubicBezTo>
                  <a:pt x="1828709" y="707712"/>
                  <a:pt x="1585754" y="556308"/>
                  <a:pt x="1307290" y="556308"/>
                </a:cubicBezTo>
                <a:close/>
                <a:moveTo>
                  <a:pt x="0" y="0"/>
                </a:moveTo>
                <a:lnTo>
                  <a:pt x="2614613" y="0"/>
                </a:lnTo>
                <a:lnTo>
                  <a:pt x="2614613" y="2614613"/>
                </a:lnTo>
                <a:lnTo>
                  <a:pt x="0" y="2614613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96447F6F-45D3-5DFC-3961-6A5CCABB5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726" y="4839759"/>
            <a:ext cx="2460623" cy="1060979"/>
          </a:xfrm>
        </p:spPr>
        <p:txBody>
          <a:bodyPr/>
          <a:lstStyle>
            <a:lvl1pPr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  <a:lvl2pPr marL="180000" indent="-180000">
              <a:spcAft>
                <a:spcPts val="300"/>
              </a:spcAft>
              <a:buFont typeface="Wingdings" panose="05000000000000000000" pitchFamily="2" charset="2"/>
              <a:buChar char="§"/>
              <a:defRPr sz="12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FE90977-3930-822F-5B0C-6805DA4349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0958" y="2236789"/>
            <a:ext cx="2460618" cy="2460618"/>
          </a:xfrm>
          <a:custGeom>
            <a:avLst/>
            <a:gdLst>
              <a:gd name="csX0" fmla="*/ 554815 w 2614613"/>
              <a:gd name="csY0" fmla="*/ 556308 h 2614613"/>
              <a:gd name="csX1" fmla="*/ 655735 w 2614613"/>
              <a:gd name="csY1" fmla="*/ 932553 h 2614613"/>
              <a:gd name="csX2" fmla="*/ 1307275 w 2614613"/>
              <a:gd name="csY2" fmla="*/ 1308783 h 2614613"/>
              <a:gd name="csX3" fmla="*/ 655735 w 2614613"/>
              <a:gd name="csY3" fmla="*/ 1685013 h 2614613"/>
              <a:gd name="csX4" fmla="*/ 554893 w 2614613"/>
              <a:gd name="csY4" fmla="*/ 2056480 h 2614613"/>
              <a:gd name="csX5" fmla="*/ 554815 w 2614613"/>
              <a:gd name="csY5" fmla="*/ 2061258 h 2614613"/>
              <a:gd name="csX6" fmla="*/ 1307290 w 2614613"/>
              <a:gd name="csY6" fmla="*/ 2061258 h 2614613"/>
              <a:gd name="csX7" fmla="*/ 1958861 w 2614613"/>
              <a:gd name="csY7" fmla="*/ 1684997 h 2614613"/>
              <a:gd name="csX8" fmla="*/ 2059797 w 2614613"/>
              <a:gd name="csY8" fmla="*/ 1308783 h 2614613"/>
              <a:gd name="csX9" fmla="*/ 1970807 w 2614613"/>
              <a:gd name="csY9" fmla="*/ 953993 h 2614613"/>
              <a:gd name="csX10" fmla="*/ 1970791 w 2614613"/>
              <a:gd name="csY10" fmla="*/ 954008 h 2614613"/>
              <a:gd name="csX11" fmla="*/ 1958845 w 2614613"/>
              <a:gd name="csY11" fmla="*/ 932553 h 2614613"/>
              <a:gd name="csX12" fmla="*/ 1307290 w 2614613"/>
              <a:gd name="csY12" fmla="*/ 556308 h 2614613"/>
              <a:gd name="csX13" fmla="*/ 0 w 2614613"/>
              <a:gd name="csY13" fmla="*/ 0 h 2614613"/>
              <a:gd name="csX14" fmla="*/ 2614613 w 2614613"/>
              <a:gd name="csY14" fmla="*/ 0 h 2614613"/>
              <a:gd name="csX15" fmla="*/ 2614613 w 2614613"/>
              <a:gd name="csY15" fmla="*/ 2614613 h 2614613"/>
              <a:gd name="csX16" fmla="*/ 0 w 2614613"/>
              <a:gd name="csY16" fmla="*/ 2614613 h 2614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14613" h="2614613">
                <a:moveTo>
                  <a:pt x="554815" y="556308"/>
                </a:moveTo>
                <a:cubicBezTo>
                  <a:pt x="554815" y="693424"/>
                  <a:pt x="591667" y="821842"/>
                  <a:pt x="655735" y="932553"/>
                </a:cubicBezTo>
                <a:cubicBezTo>
                  <a:pt x="785856" y="1157410"/>
                  <a:pt x="1028811" y="1308783"/>
                  <a:pt x="1307275" y="1308783"/>
                </a:cubicBezTo>
                <a:cubicBezTo>
                  <a:pt x="1028811" y="1308783"/>
                  <a:pt x="785856" y="1460171"/>
                  <a:pt x="655735" y="1685013"/>
                </a:cubicBezTo>
                <a:cubicBezTo>
                  <a:pt x="592416" y="1794412"/>
                  <a:pt x="555736" y="1921175"/>
                  <a:pt x="554893" y="2056480"/>
                </a:cubicBezTo>
                <a:cubicBezTo>
                  <a:pt x="554893" y="2058073"/>
                  <a:pt x="554815" y="2059650"/>
                  <a:pt x="554815" y="2061258"/>
                </a:cubicBezTo>
                <a:lnTo>
                  <a:pt x="1307290" y="2061258"/>
                </a:lnTo>
                <a:cubicBezTo>
                  <a:pt x="1585770" y="2061258"/>
                  <a:pt x="1828725" y="1909854"/>
                  <a:pt x="1958861" y="1684997"/>
                </a:cubicBezTo>
                <a:cubicBezTo>
                  <a:pt x="2022914" y="1574317"/>
                  <a:pt x="2059797" y="1445884"/>
                  <a:pt x="2059797" y="1308783"/>
                </a:cubicBezTo>
                <a:cubicBezTo>
                  <a:pt x="2059797" y="1180443"/>
                  <a:pt x="2027489" y="1059707"/>
                  <a:pt x="1970807" y="953993"/>
                </a:cubicBezTo>
                <a:lnTo>
                  <a:pt x="1970791" y="954008"/>
                </a:lnTo>
                <a:cubicBezTo>
                  <a:pt x="1966778" y="946560"/>
                  <a:pt x="1962796" y="939393"/>
                  <a:pt x="1958845" y="932553"/>
                </a:cubicBezTo>
                <a:cubicBezTo>
                  <a:pt x="1828709" y="707712"/>
                  <a:pt x="1585754" y="556308"/>
                  <a:pt x="1307290" y="556308"/>
                </a:cubicBezTo>
                <a:close/>
                <a:moveTo>
                  <a:pt x="0" y="0"/>
                </a:moveTo>
                <a:lnTo>
                  <a:pt x="2614613" y="0"/>
                </a:lnTo>
                <a:lnTo>
                  <a:pt x="2614613" y="2614613"/>
                </a:lnTo>
                <a:lnTo>
                  <a:pt x="0" y="2614613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DCDBF81F-3B86-E147-8EEF-E1641694C2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3070" y="2236789"/>
            <a:ext cx="2460617" cy="2460617"/>
          </a:xfrm>
          <a:custGeom>
            <a:avLst/>
            <a:gdLst>
              <a:gd name="csX0" fmla="*/ 554815 w 2614613"/>
              <a:gd name="csY0" fmla="*/ 556308 h 2614613"/>
              <a:gd name="csX1" fmla="*/ 655735 w 2614613"/>
              <a:gd name="csY1" fmla="*/ 932553 h 2614613"/>
              <a:gd name="csX2" fmla="*/ 1307275 w 2614613"/>
              <a:gd name="csY2" fmla="*/ 1308783 h 2614613"/>
              <a:gd name="csX3" fmla="*/ 655735 w 2614613"/>
              <a:gd name="csY3" fmla="*/ 1685013 h 2614613"/>
              <a:gd name="csX4" fmla="*/ 554893 w 2614613"/>
              <a:gd name="csY4" fmla="*/ 2056480 h 2614613"/>
              <a:gd name="csX5" fmla="*/ 554815 w 2614613"/>
              <a:gd name="csY5" fmla="*/ 2061258 h 2614613"/>
              <a:gd name="csX6" fmla="*/ 1307290 w 2614613"/>
              <a:gd name="csY6" fmla="*/ 2061258 h 2614613"/>
              <a:gd name="csX7" fmla="*/ 1958861 w 2614613"/>
              <a:gd name="csY7" fmla="*/ 1684997 h 2614613"/>
              <a:gd name="csX8" fmla="*/ 2059797 w 2614613"/>
              <a:gd name="csY8" fmla="*/ 1308783 h 2614613"/>
              <a:gd name="csX9" fmla="*/ 1970807 w 2614613"/>
              <a:gd name="csY9" fmla="*/ 953993 h 2614613"/>
              <a:gd name="csX10" fmla="*/ 1970791 w 2614613"/>
              <a:gd name="csY10" fmla="*/ 954008 h 2614613"/>
              <a:gd name="csX11" fmla="*/ 1958845 w 2614613"/>
              <a:gd name="csY11" fmla="*/ 932553 h 2614613"/>
              <a:gd name="csX12" fmla="*/ 1307290 w 2614613"/>
              <a:gd name="csY12" fmla="*/ 556308 h 2614613"/>
              <a:gd name="csX13" fmla="*/ 0 w 2614613"/>
              <a:gd name="csY13" fmla="*/ 0 h 2614613"/>
              <a:gd name="csX14" fmla="*/ 2614613 w 2614613"/>
              <a:gd name="csY14" fmla="*/ 0 h 2614613"/>
              <a:gd name="csX15" fmla="*/ 2614613 w 2614613"/>
              <a:gd name="csY15" fmla="*/ 2614613 h 2614613"/>
              <a:gd name="csX16" fmla="*/ 0 w 2614613"/>
              <a:gd name="csY16" fmla="*/ 2614613 h 26146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14613" h="2614613">
                <a:moveTo>
                  <a:pt x="554815" y="556308"/>
                </a:moveTo>
                <a:cubicBezTo>
                  <a:pt x="554815" y="693424"/>
                  <a:pt x="591667" y="821842"/>
                  <a:pt x="655735" y="932553"/>
                </a:cubicBezTo>
                <a:cubicBezTo>
                  <a:pt x="785856" y="1157410"/>
                  <a:pt x="1028811" y="1308783"/>
                  <a:pt x="1307275" y="1308783"/>
                </a:cubicBezTo>
                <a:cubicBezTo>
                  <a:pt x="1028811" y="1308783"/>
                  <a:pt x="785856" y="1460171"/>
                  <a:pt x="655735" y="1685013"/>
                </a:cubicBezTo>
                <a:cubicBezTo>
                  <a:pt x="592416" y="1794412"/>
                  <a:pt x="555736" y="1921175"/>
                  <a:pt x="554893" y="2056480"/>
                </a:cubicBezTo>
                <a:cubicBezTo>
                  <a:pt x="554893" y="2058073"/>
                  <a:pt x="554815" y="2059650"/>
                  <a:pt x="554815" y="2061258"/>
                </a:cubicBezTo>
                <a:lnTo>
                  <a:pt x="1307290" y="2061258"/>
                </a:lnTo>
                <a:cubicBezTo>
                  <a:pt x="1585770" y="2061258"/>
                  <a:pt x="1828725" y="1909854"/>
                  <a:pt x="1958861" y="1684997"/>
                </a:cubicBezTo>
                <a:cubicBezTo>
                  <a:pt x="2022914" y="1574317"/>
                  <a:pt x="2059797" y="1445884"/>
                  <a:pt x="2059797" y="1308783"/>
                </a:cubicBezTo>
                <a:cubicBezTo>
                  <a:pt x="2059797" y="1180443"/>
                  <a:pt x="2027489" y="1059707"/>
                  <a:pt x="1970807" y="953993"/>
                </a:cubicBezTo>
                <a:lnTo>
                  <a:pt x="1970791" y="954008"/>
                </a:lnTo>
                <a:cubicBezTo>
                  <a:pt x="1966778" y="946560"/>
                  <a:pt x="1962796" y="939393"/>
                  <a:pt x="1958845" y="932553"/>
                </a:cubicBezTo>
                <a:cubicBezTo>
                  <a:pt x="1828709" y="707712"/>
                  <a:pt x="1585754" y="556308"/>
                  <a:pt x="1307290" y="556308"/>
                </a:cubicBezTo>
                <a:close/>
                <a:moveTo>
                  <a:pt x="0" y="0"/>
                </a:moveTo>
                <a:lnTo>
                  <a:pt x="2614613" y="0"/>
                </a:lnTo>
                <a:lnTo>
                  <a:pt x="2614613" y="2614613"/>
                </a:lnTo>
                <a:lnTo>
                  <a:pt x="0" y="2614613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109C9012-D57D-E348-5E22-2695D3CE685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63064" y="4839759"/>
            <a:ext cx="2460623" cy="1060979"/>
          </a:xfrm>
        </p:spPr>
        <p:txBody>
          <a:bodyPr/>
          <a:lstStyle>
            <a:lvl1pPr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  <a:lvl2pPr marL="180000" indent="-180000">
              <a:spcAft>
                <a:spcPts val="300"/>
              </a:spcAft>
              <a:buFont typeface="Wingdings" panose="05000000000000000000" pitchFamily="2" charset="2"/>
              <a:buChar char="§"/>
              <a:defRPr sz="12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5A0DEC8C-1C41-7EDD-9A5F-54582D5B17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30958" y="4839759"/>
            <a:ext cx="2460623" cy="1060979"/>
          </a:xfrm>
        </p:spPr>
        <p:txBody>
          <a:bodyPr/>
          <a:lstStyle>
            <a:lvl1pPr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  <a:lvl2pPr marL="180000" indent="-180000">
              <a:spcAft>
                <a:spcPts val="300"/>
              </a:spcAft>
              <a:buFont typeface="Wingdings" panose="05000000000000000000" pitchFamily="2" charset="2"/>
              <a:buChar char="§"/>
              <a:defRPr sz="12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3AD64FBF-03A2-0F6D-AD84-9E9A00910E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98843" y="4839759"/>
            <a:ext cx="2460623" cy="1060979"/>
          </a:xfrm>
        </p:spPr>
        <p:txBody>
          <a:bodyPr/>
          <a:lstStyle>
            <a:lvl1pPr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  <a:lvl2pPr marL="180000" indent="-180000">
              <a:spcAft>
                <a:spcPts val="300"/>
              </a:spcAft>
              <a:buFont typeface="Wingdings" panose="05000000000000000000" pitchFamily="2" charset="2"/>
              <a:buChar char="§"/>
              <a:defRPr sz="1200"/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6E9312-95F6-8564-304E-F4F0287B9C8E}"/>
              </a:ext>
            </a:extLst>
          </p:cNvPr>
          <p:cNvSpPr txBox="1"/>
          <p:nvPr userDrawn="1"/>
        </p:nvSpPr>
        <p:spPr>
          <a:xfrm>
            <a:off x="12397833" y="2236788"/>
            <a:ext cx="20547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To insert or change the images, move the D shape overlays away from the image placeholders, insert your image and then reset the slide. This will move the D shape overlay back into the correct position.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444CE59-64B6-F929-74DD-D69D6CDFBD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561" t="5881" r="3233" b="6152"/>
          <a:stretch>
            <a:fillRect/>
          </a:stretch>
        </p:blipFill>
        <p:spPr>
          <a:xfrm>
            <a:off x="12496021" y="4205548"/>
            <a:ext cx="1985156" cy="896677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7791108A-D69D-03FB-8624-A9E7BEA16927}"/>
              </a:ext>
            </a:extLst>
          </p:cNvPr>
          <p:cNvSpPr/>
          <p:nvPr userDrawn="1"/>
        </p:nvSpPr>
        <p:spPr>
          <a:xfrm>
            <a:off x="13620750" y="4454525"/>
            <a:ext cx="631825" cy="242880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443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6D850-16B9-F7DD-2EF7-F4C858202D9D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9DE1AB-7501-AF4B-0009-3ECFDCB9D015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F2F0F9D5-2463-BF32-3E64-C96E659A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2693989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CE64581-6ADC-5C0E-6E0D-A99FD5D6123A}"/>
              </a:ext>
            </a:extLst>
          </p:cNvPr>
          <p:cNvCxnSpPr>
            <a:cxnSpLocks/>
          </p:cNvCxnSpPr>
          <p:nvPr userDrawn="1"/>
        </p:nvCxnSpPr>
        <p:spPr>
          <a:xfrm>
            <a:off x="8543926" y="489604"/>
            <a:ext cx="954088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39713-D9B5-B4F2-F68F-E7A7C1BF4A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6726" y="1441450"/>
            <a:ext cx="2679700" cy="3094037"/>
          </a:xfrm>
        </p:spPr>
        <p:txBody>
          <a:bodyPr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55">
            <a:extLst>
              <a:ext uri="{FF2B5EF4-FFF2-40B4-BE49-F238E27FC236}">
                <a16:creationId xmlns:a16="http://schemas.microsoft.com/office/drawing/2014/main" id="{F7FA8AC9-A193-126F-BAE7-CD3BC46A5C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32000" y="1323526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 Placeholder 50">
            <a:extLst>
              <a:ext uri="{FF2B5EF4-FFF2-40B4-BE49-F238E27FC236}">
                <a16:creationId xmlns:a16="http://schemas.microsoft.com/office/drawing/2014/main" id="{798E8E76-CC9F-4B8E-C7E0-23A9F53A45E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79901" y="466725"/>
            <a:ext cx="6489700" cy="728405"/>
          </a:xfrm>
        </p:spPr>
        <p:txBody>
          <a:bodyPr tIns="0" rIns="0" bIns="0" anchor="ctr" anchorCtr="0">
            <a:noAutofit/>
          </a:bodyPr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50">
            <a:extLst>
              <a:ext uri="{FF2B5EF4-FFF2-40B4-BE49-F238E27FC236}">
                <a16:creationId xmlns:a16="http://schemas.microsoft.com/office/drawing/2014/main" id="{5A11B1E6-EF75-9475-7E39-995F5C1F1C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9901" y="1455522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13E724A7-4728-30FD-BE56-B187EB8D62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901" y="5405894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50">
            <a:extLst>
              <a:ext uri="{FF2B5EF4-FFF2-40B4-BE49-F238E27FC236}">
                <a16:creationId xmlns:a16="http://schemas.microsoft.com/office/drawing/2014/main" id="{51386309-0B90-8F1A-98BA-B3FCB6793F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79901" y="4418298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50">
            <a:extLst>
              <a:ext uri="{FF2B5EF4-FFF2-40B4-BE49-F238E27FC236}">
                <a16:creationId xmlns:a16="http://schemas.microsoft.com/office/drawing/2014/main" id="{EADDA64A-85FC-9E4F-55E0-174165198C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279901" y="3430706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50">
            <a:extLst>
              <a:ext uri="{FF2B5EF4-FFF2-40B4-BE49-F238E27FC236}">
                <a16:creationId xmlns:a16="http://schemas.microsoft.com/office/drawing/2014/main" id="{D8FB567A-BCD6-00A7-AAA9-9EC78A189E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901" y="2443114"/>
            <a:ext cx="6489700" cy="727200"/>
          </a:xfrm>
        </p:spPr>
        <p:txBody>
          <a:bodyPr tIns="0" rIns="0" bIns="0" anchor="ctr" anchorCtr="0"/>
          <a:lstStyle>
            <a:lvl1pPr>
              <a:spcAft>
                <a:spcPts val="400"/>
              </a:spcAft>
              <a:buNone/>
              <a:defRPr sz="12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Text Placeholder 55">
            <a:extLst>
              <a:ext uri="{FF2B5EF4-FFF2-40B4-BE49-F238E27FC236}">
                <a16:creationId xmlns:a16="http://schemas.microsoft.com/office/drawing/2014/main" id="{77928BBA-6406-5A54-38FC-E692F50ED18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32000" y="2311118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24" name="Text Placeholder 55">
            <a:extLst>
              <a:ext uri="{FF2B5EF4-FFF2-40B4-BE49-F238E27FC236}">
                <a16:creationId xmlns:a16="http://schemas.microsoft.com/office/drawing/2014/main" id="{9B62FCF5-7C8E-CB34-38EC-651FE0C1D89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32000" y="3298710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25" name="Text Placeholder 55">
            <a:extLst>
              <a:ext uri="{FF2B5EF4-FFF2-40B4-BE49-F238E27FC236}">
                <a16:creationId xmlns:a16="http://schemas.microsoft.com/office/drawing/2014/main" id="{DEBAD08A-9DD1-E291-89FB-F910A56F9F4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32000" y="4286302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26" name="Text Placeholder 55">
            <a:extLst>
              <a:ext uri="{FF2B5EF4-FFF2-40B4-BE49-F238E27FC236}">
                <a16:creationId xmlns:a16="http://schemas.microsoft.com/office/drawing/2014/main" id="{D9754855-164C-CA4B-F197-33672D76D8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32000" y="5273894"/>
            <a:ext cx="8460000" cy="3600"/>
          </a:xfr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GB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7FE967C-853D-B007-1AFD-685CDD24AAE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57626" y="686468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AC1D152-DBA6-7C1E-2EF9-8B30AAF1BEF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57626" y="1674181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8B1181C-76BA-5091-3DA9-1668EB59C69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57626" y="2661894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56A0EE9-A4CC-5D48-8758-56E4657481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57626" y="3649607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F514F483-287B-BA8D-B0BB-6C717C0A20B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57626" y="4637320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35B8758D-9DBA-D0AB-6F46-BE68AE41BC3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57626" y="5625035"/>
            <a:ext cx="288925" cy="288918"/>
          </a:xfrm>
          <a:custGeom>
            <a:avLst/>
            <a:gdLst>
              <a:gd name="csX0" fmla="*/ 0 w 288925"/>
              <a:gd name="csY0" fmla="*/ 0 h 288918"/>
              <a:gd name="csX1" fmla="*/ 144460 w 288925"/>
              <a:gd name="csY1" fmla="*/ 0 h 288918"/>
              <a:gd name="csX2" fmla="*/ 269545 w 288925"/>
              <a:gd name="csY2" fmla="*/ 72231 h 288918"/>
              <a:gd name="csX3" fmla="*/ 271838 w 288925"/>
              <a:gd name="csY3" fmla="*/ 76350 h 288918"/>
              <a:gd name="csX4" fmla="*/ 271841 w 288925"/>
              <a:gd name="csY4" fmla="*/ 76347 h 288918"/>
              <a:gd name="csX5" fmla="*/ 288925 w 288925"/>
              <a:gd name="csY5" fmla="*/ 144459 h 288918"/>
              <a:gd name="csX6" fmla="*/ 269547 w 288925"/>
              <a:gd name="csY6" fmla="*/ 216684 h 288918"/>
              <a:gd name="csX7" fmla="*/ 144460 w 288925"/>
              <a:gd name="csY7" fmla="*/ 288918 h 288918"/>
              <a:gd name="csX8" fmla="*/ 0 w 288925"/>
              <a:gd name="csY8" fmla="*/ 288918 h 288918"/>
              <a:gd name="csX9" fmla="*/ 15 w 288925"/>
              <a:gd name="csY9" fmla="*/ 288001 h 288918"/>
              <a:gd name="csX10" fmla="*/ 19375 w 288925"/>
              <a:gd name="csY10" fmla="*/ 216687 h 288918"/>
              <a:gd name="csX11" fmla="*/ 144457 w 288925"/>
              <a:gd name="csY11" fmla="*/ 144459 h 288918"/>
              <a:gd name="csX12" fmla="*/ 19375 w 288925"/>
              <a:gd name="csY12" fmla="*/ 72231 h 288918"/>
              <a:gd name="csX13" fmla="*/ 0 w 288925"/>
              <a:gd name="csY13" fmla="*/ 0 h 28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8925" h="288918">
                <a:moveTo>
                  <a:pt x="0" y="0"/>
                </a:moveTo>
                <a:lnTo>
                  <a:pt x="144460" y="0"/>
                </a:lnTo>
                <a:cubicBezTo>
                  <a:pt x="197919" y="0"/>
                  <a:pt x="244561" y="29066"/>
                  <a:pt x="269545" y="72231"/>
                </a:cubicBezTo>
                <a:cubicBezTo>
                  <a:pt x="270303" y="73544"/>
                  <a:pt x="271067" y="74920"/>
                  <a:pt x="271838" y="76350"/>
                </a:cubicBezTo>
                <a:lnTo>
                  <a:pt x="271841" y="76347"/>
                </a:lnTo>
                <a:cubicBezTo>
                  <a:pt x="282723" y="96642"/>
                  <a:pt x="288925" y="119821"/>
                  <a:pt x="288925" y="144459"/>
                </a:cubicBezTo>
                <a:cubicBezTo>
                  <a:pt x="288925" y="170779"/>
                  <a:pt x="281844" y="195436"/>
                  <a:pt x="269547" y="216684"/>
                </a:cubicBezTo>
                <a:cubicBezTo>
                  <a:pt x="244564" y="259852"/>
                  <a:pt x="197922" y="288918"/>
                  <a:pt x="144460" y="288918"/>
                </a:cubicBezTo>
                <a:lnTo>
                  <a:pt x="0" y="288918"/>
                </a:lnTo>
                <a:cubicBezTo>
                  <a:pt x="0" y="288609"/>
                  <a:pt x="15" y="288307"/>
                  <a:pt x="15" y="288001"/>
                </a:cubicBezTo>
                <a:cubicBezTo>
                  <a:pt x="177" y="262025"/>
                  <a:pt x="7219" y="237689"/>
                  <a:pt x="19375" y="216687"/>
                </a:cubicBezTo>
                <a:cubicBezTo>
                  <a:pt x="44355" y="173522"/>
                  <a:pt x="90997" y="144459"/>
                  <a:pt x="144457" y="144459"/>
                </a:cubicBezTo>
                <a:cubicBezTo>
                  <a:pt x="90997" y="144459"/>
                  <a:pt x="44355" y="115399"/>
                  <a:pt x="19375" y="72231"/>
                </a:cubicBezTo>
                <a:cubicBezTo>
                  <a:pt x="7075" y="50977"/>
                  <a:pt x="0" y="26323"/>
                  <a:pt x="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0" rIns="0" bIns="0">
            <a:noAutofit/>
          </a:bodyPr>
          <a:lstStyle>
            <a:lvl1pPr>
              <a:spcAft>
                <a:spcPts val="400"/>
              </a:spcAft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  <a:lvl2pPr>
              <a:defRPr sz="1400"/>
            </a:lvl2pPr>
          </a:lstStyle>
          <a:p>
            <a:pPr lvl="0"/>
            <a:r>
              <a:rPr lang="en-GB" dirty="0"/>
              <a:t> </a:t>
            </a:r>
            <a:endParaRPr lang="en-US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5DAAD70B-6E7F-D964-05A3-4CCDF5324C66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CE5F9-0003-3389-6DAE-3F2F7B6E675F}"/>
              </a:ext>
            </a:extLst>
          </p:cNvPr>
          <p:cNvSpPr txBox="1"/>
          <p:nvPr userDrawn="1"/>
        </p:nvSpPr>
        <p:spPr>
          <a:xfrm>
            <a:off x="12511610" y="1451443"/>
            <a:ext cx="205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If you require fewer bullet points, delete the unused ones – delete the D icon, text box and keyline.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Delete from the bottom up to keep spacing correct.</a:t>
            </a:r>
          </a:p>
        </p:txBody>
      </p:sp>
    </p:spTree>
    <p:extLst>
      <p:ext uri="{BB962C8B-B14F-4D97-AF65-F5344CB8AC3E}">
        <p14:creationId xmlns:p14="http://schemas.microsoft.com/office/powerpoint/2010/main" val="402287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24CB630-A4AF-FAA3-6240-2E658321CDF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6726" y="1441450"/>
            <a:ext cx="1727199" cy="1727163"/>
          </a:xfrm>
          <a:custGeom>
            <a:avLst/>
            <a:gdLst>
              <a:gd name="csX0" fmla="*/ 0 w 2190895"/>
              <a:gd name="csY0" fmla="*/ 0 h 2190849"/>
              <a:gd name="csX1" fmla="*/ 1095425 w 2190895"/>
              <a:gd name="csY1" fmla="*/ 0 h 2190849"/>
              <a:gd name="csX2" fmla="*/ 2043934 w 2190895"/>
              <a:gd name="csY2" fmla="*/ 547724 h 2190849"/>
              <a:gd name="csX3" fmla="*/ 2061324 w 2190895"/>
              <a:gd name="csY3" fmla="*/ 578957 h 2190849"/>
              <a:gd name="csX4" fmla="*/ 2061346 w 2190895"/>
              <a:gd name="csY4" fmla="*/ 578935 h 2190849"/>
              <a:gd name="csX5" fmla="*/ 2190895 w 2190895"/>
              <a:gd name="csY5" fmla="*/ 1095425 h 2190849"/>
              <a:gd name="csX6" fmla="*/ 2043956 w 2190895"/>
              <a:gd name="csY6" fmla="*/ 1643103 h 2190849"/>
              <a:gd name="csX7" fmla="*/ 1095425 w 2190895"/>
              <a:gd name="csY7" fmla="*/ 2190849 h 2190849"/>
              <a:gd name="csX8" fmla="*/ 0 w 2190895"/>
              <a:gd name="csY8" fmla="*/ 2190849 h 2190849"/>
              <a:gd name="csX9" fmla="*/ 114 w 2190895"/>
              <a:gd name="csY9" fmla="*/ 2183893 h 2190849"/>
              <a:gd name="csX10" fmla="*/ 146916 w 2190895"/>
              <a:gd name="csY10" fmla="*/ 1643126 h 2190849"/>
              <a:gd name="csX11" fmla="*/ 1095402 w 2190895"/>
              <a:gd name="csY11" fmla="*/ 1095425 h 2190849"/>
              <a:gd name="csX12" fmla="*/ 146916 w 2190895"/>
              <a:gd name="csY12" fmla="*/ 547724 h 2190849"/>
              <a:gd name="csX13" fmla="*/ 0 w 2190895"/>
              <a:gd name="csY13" fmla="*/ 0 h 21908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90895" h="2190849">
                <a:moveTo>
                  <a:pt x="0" y="0"/>
                </a:moveTo>
                <a:lnTo>
                  <a:pt x="1095425" y="0"/>
                </a:lnTo>
                <a:cubicBezTo>
                  <a:pt x="1500802" y="0"/>
                  <a:pt x="1854486" y="220408"/>
                  <a:pt x="2043934" y="547724"/>
                </a:cubicBezTo>
                <a:cubicBezTo>
                  <a:pt x="2049685" y="557680"/>
                  <a:pt x="2055481" y="568114"/>
                  <a:pt x="2061324" y="578957"/>
                </a:cubicBezTo>
                <a:lnTo>
                  <a:pt x="2061346" y="578935"/>
                </a:lnTo>
                <a:cubicBezTo>
                  <a:pt x="2143863" y="732829"/>
                  <a:pt x="2190895" y="908592"/>
                  <a:pt x="2190895" y="1095425"/>
                </a:cubicBezTo>
                <a:cubicBezTo>
                  <a:pt x="2190895" y="1295010"/>
                  <a:pt x="2137202" y="1481980"/>
                  <a:pt x="2043956" y="1643103"/>
                </a:cubicBezTo>
                <a:cubicBezTo>
                  <a:pt x="1854509" y="1970441"/>
                  <a:pt x="1500824" y="2190849"/>
                  <a:pt x="1095425" y="2190849"/>
                </a:cubicBezTo>
                <a:lnTo>
                  <a:pt x="0" y="2190849"/>
                </a:lnTo>
                <a:cubicBezTo>
                  <a:pt x="0" y="2188508"/>
                  <a:pt x="114" y="2186212"/>
                  <a:pt x="114" y="2183893"/>
                </a:cubicBezTo>
                <a:cubicBezTo>
                  <a:pt x="1341" y="1986922"/>
                  <a:pt x="54738" y="1802385"/>
                  <a:pt x="146916" y="1643126"/>
                </a:cubicBezTo>
                <a:cubicBezTo>
                  <a:pt x="336340" y="1315810"/>
                  <a:pt x="690025" y="1095425"/>
                  <a:pt x="1095402" y="1095425"/>
                </a:cubicBezTo>
                <a:cubicBezTo>
                  <a:pt x="690025" y="1095425"/>
                  <a:pt x="336340" y="875062"/>
                  <a:pt x="146916" y="547724"/>
                </a:cubicBezTo>
                <a:cubicBezTo>
                  <a:pt x="53647" y="386555"/>
                  <a:pt x="0" y="19960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72000" tIns="72000" rIns="72000">
            <a:noAutofit/>
          </a:bodyPr>
          <a:lstStyle>
            <a:lvl1pPr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 to locate and place in your chosen image.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8AE1D-D4B5-0654-C91D-410961B7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E85F34-1B90-F2B1-C01C-B44F2A4E8A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29D198-A68A-7837-EAF2-F50E8E8B8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09876" y="1364452"/>
            <a:ext cx="8915398" cy="4536286"/>
          </a:xfrm>
        </p:spPr>
        <p:txBody>
          <a:bodyPr/>
          <a:lstStyle>
            <a:lvl1pPr>
              <a:lnSpc>
                <a:spcPct val="95000"/>
              </a:lnSpc>
              <a:spcAft>
                <a:spcPts val="4800"/>
              </a:spcAft>
              <a:defRPr sz="3600">
                <a:solidFill>
                  <a:schemeClr val="tx1"/>
                </a:solidFill>
              </a:defRPr>
            </a:lvl1pPr>
            <a:lvl2pPr>
              <a:spcAft>
                <a:spcPts val="300"/>
              </a:spcAft>
              <a:defRPr sz="1600" b="0">
                <a:solidFill>
                  <a:schemeClr val="tx1"/>
                </a:solidFill>
              </a:defRPr>
            </a:lvl2pPr>
            <a:lvl3pPr>
              <a:buNone/>
              <a:defRPr sz="16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Enter quote here</a:t>
            </a:r>
          </a:p>
          <a:p>
            <a:pPr lvl="1"/>
            <a:r>
              <a:rPr lang="en-US" dirty="0"/>
              <a:t>Context of quote</a:t>
            </a:r>
          </a:p>
          <a:p>
            <a:pPr lvl="2"/>
            <a:r>
              <a:rPr lang="en-US" dirty="0"/>
              <a:t>Name and job position</a:t>
            </a:r>
          </a:p>
          <a:p>
            <a:pPr lvl="1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026806-472A-44A8-71B6-DFC7853A5883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6E6BFE1-CB24-FF69-BF8B-D3F458A3F339}"/>
              </a:ext>
            </a:extLst>
          </p:cNvPr>
          <p:cNvSpPr txBox="1">
            <a:spLocks/>
          </p:cNvSpPr>
          <p:nvPr userDrawn="1"/>
        </p:nvSpPr>
        <p:spPr>
          <a:xfrm>
            <a:off x="2373313" y="1441450"/>
            <a:ext cx="369887" cy="203802"/>
          </a:xfrm>
          <a:custGeom>
            <a:avLst/>
            <a:gdLst/>
            <a:ahLst/>
            <a:cxnLst/>
            <a:rect l="l" t="t" r="r" b="b"/>
            <a:pathLst>
              <a:path w="477292" h="262980">
                <a:moveTo>
                  <a:pt x="242888" y="0"/>
                </a:moveTo>
                <a:lnTo>
                  <a:pt x="407194" y="0"/>
                </a:lnTo>
                <a:lnTo>
                  <a:pt x="477292" y="262980"/>
                </a:lnTo>
                <a:lnTo>
                  <a:pt x="372815" y="262980"/>
                </a:lnTo>
                <a:close/>
                <a:moveTo>
                  <a:pt x="0" y="0"/>
                </a:moveTo>
                <a:lnTo>
                  <a:pt x="164307" y="0"/>
                </a:lnTo>
                <a:lnTo>
                  <a:pt x="234405" y="262980"/>
                </a:lnTo>
                <a:lnTo>
                  <a:pt x="129927" y="26298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917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48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Courier New" panose="02070309020205020404" pitchFamily="49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7200" b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5892D8-E3AF-A3F1-B0A9-3682D71E5454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AC8135-5A24-5F44-1C18-46760C03F3AE}"/>
              </a:ext>
            </a:extLst>
          </p:cNvPr>
          <p:cNvSpPr txBox="1"/>
          <p:nvPr userDrawn="1"/>
        </p:nvSpPr>
        <p:spPr>
          <a:xfrm>
            <a:off x="12511610" y="1451443"/>
            <a:ext cx="205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Use a speaker photo or an image that supports the quote.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Right‑click → Change Picture, then use Crop to position it within the D‑shaped device.</a:t>
            </a:r>
          </a:p>
          <a:p>
            <a:endParaRPr lang="en-GB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649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E85F34-1B90-F2B1-C01C-B44F2A4E8A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29D198-A68A-7837-EAF2-F50E8E8B8F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5" y="1362868"/>
            <a:ext cx="7810500" cy="4537870"/>
          </a:xfrm>
        </p:spPr>
        <p:txBody>
          <a:bodyPr/>
          <a:lstStyle>
            <a:lvl1pPr>
              <a:lnSpc>
                <a:spcPct val="95000"/>
              </a:lnSpc>
              <a:spcAft>
                <a:spcPts val="4800"/>
              </a:spcAft>
              <a:defRPr sz="3600">
                <a:solidFill>
                  <a:schemeClr val="bg1"/>
                </a:solidFill>
              </a:defRPr>
            </a:lvl1pPr>
            <a:lvl2pPr>
              <a:spcAft>
                <a:spcPts val="300"/>
              </a:spcAft>
              <a:defRPr sz="1600" b="0">
                <a:solidFill>
                  <a:schemeClr val="bg1"/>
                </a:solidFill>
              </a:defRPr>
            </a:lvl2pPr>
            <a:lvl3pPr>
              <a:buNone/>
              <a:defRPr sz="1600" b="1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Enter quote here</a:t>
            </a:r>
          </a:p>
          <a:p>
            <a:pPr lvl="1"/>
            <a:r>
              <a:rPr lang="en-US" dirty="0"/>
              <a:t>Context of quote</a:t>
            </a:r>
          </a:p>
          <a:p>
            <a:pPr lvl="2"/>
            <a:r>
              <a:rPr lang="en-US" dirty="0"/>
              <a:t>Name and job position</a:t>
            </a:r>
          </a:p>
          <a:p>
            <a:pPr lvl="1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026806-472A-44A8-71B6-DFC7853A5883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5D5A8AC-E3A1-4963-FCDA-B2F34C63DB4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52180" y="3392488"/>
            <a:ext cx="2998848" cy="2998786"/>
          </a:xfrm>
          <a:custGeom>
            <a:avLst/>
            <a:gdLst>
              <a:gd name="csX0" fmla="*/ 0 w 2190895"/>
              <a:gd name="csY0" fmla="*/ 0 h 2190849"/>
              <a:gd name="csX1" fmla="*/ 1095425 w 2190895"/>
              <a:gd name="csY1" fmla="*/ 0 h 2190849"/>
              <a:gd name="csX2" fmla="*/ 2043934 w 2190895"/>
              <a:gd name="csY2" fmla="*/ 547724 h 2190849"/>
              <a:gd name="csX3" fmla="*/ 2061324 w 2190895"/>
              <a:gd name="csY3" fmla="*/ 578957 h 2190849"/>
              <a:gd name="csX4" fmla="*/ 2061346 w 2190895"/>
              <a:gd name="csY4" fmla="*/ 578935 h 2190849"/>
              <a:gd name="csX5" fmla="*/ 2190895 w 2190895"/>
              <a:gd name="csY5" fmla="*/ 1095425 h 2190849"/>
              <a:gd name="csX6" fmla="*/ 2043956 w 2190895"/>
              <a:gd name="csY6" fmla="*/ 1643103 h 2190849"/>
              <a:gd name="csX7" fmla="*/ 1095425 w 2190895"/>
              <a:gd name="csY7" fmla="*/ 2190849 h 2190849"/>
              <a:gd name="csX8" fmla="*/ 0 w 2190895"/>
              <a:gd name="csY8" fmla="*/ 2190849 h 2190849"/>
              <a:gd name="csX9" fmla="*/ 114 w 2190895"/>
              <a:gd name="csY9" fmla="*/ 2183893 h 2190849"/>
              <a:gd name="csX10" fmla="*/ 146916 w 2190895"/>
              <a:gd name="csY10" fmla="*/ 1643126 h 2190849"/>
              <a:gd name="csX11" fmla="*/ 1095402 w 2190895"/>
              <a:gd name="csY11" fmla="*/ 1095425 h 2190849"/>
              <a:gd name="csX12" fmla="*/ 146916 w 2190895"/>
              <a:gd name="csY12" fmla="*/ 547724 h 2190849"/>
              <a:gd name="csX13" fmla="*/ 0 w 2190895"/>
              <a:gd name="csY13" fmla="*/ 0 h 21908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90895" h="2190849">
                <a:moveTo>
                  <a:pt x="0" y="0"/>
                </a:moveTo>
                <a:lnTo>
                  <a:pt x="1095425" y="0"/>
                </a:lnTo>
                <a:cubicBezTo>
                  <a:pt x="1500802" y="0"/>
                  <a:pt x="1854486" y="220408"/>
                  <a:pt x="2043934" y="547724"/>
                </a:cubicBezTo>
                <a:cubicBezTo>
                  <a:pt x="2049685" y="557680"/>
                  <a:pt x="2055481" y="568114"/>
                  <a:pt x="2061324" y="578957"/>
                </a:cubicBezTo>
                <a:lnTo>
                  <a:pt x="2061346" y="578935"/>
                </a:lnTo>
                <a:cubicBezTo>
                  <a:pt x="2143863" y="732829"/>
                  <a:pt x="2190895" y="908592"/>
                  <a:pt x="2190895" y="1095425"/>
                </a:cubicBezTo>
                <a:cubicBezTo>
                  <a:pt x="2190895" y="1295010"/>
                  <a:pt x="2137202" y="1481980"/>
                  <a:pt x="2043956" y="1643103"/>
                </a:cubicBezTo>
                <a:cubicBezTo>
                  <a:pt x="1854509" y="1970441"/>
                  <a:pt x="1500824" y="2190849"/>
                  <a:pt x="1095425" y="2190849"/>
                </a:cubicBezTo>
                <a:lnTo>
                  <a:pt x="0" y="2190849"/>
                </a:lnTo>
                <a:cubicBezTo>
                  <a:pt x="0" y="2188508"/>
                  <a:pt x="114" y="2186212"/>
                  <a:pt x="114" y="2183893"/>
                </a:cubicBezTo>
                <a:cubicBezTo>
                  <a:pt x="1341" y="1986922"/>
                  <a:pt x="54738" y="1802385"/>
                  <a:pt x="146916" y="1643126"/>
                </a:cubicBezTo>
                <a:cubicBezTo>
                  <a:pt x="336340" y="1315810"/>
                  <a:pt x="690025" y="1095425"/>
                  <a:pt x="1095402" y="1095425"/>
                </a:cubicBezTo>
                <a:cubicBezTo>
                  <a:pt x="690025" y="1095425"/>
                  <a:pt x="336340" y="875062"/>
                  <a:pt x="146916" y="547724"/>
                </a:cubicBezTo>
                <a:cubicBezTo>
                  <a:pt x="53647" y="386555"/>
                  <a:pt x="0" y="19960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>
            <a:no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 chosen image.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89440A-D930-E743-4285-60B7667BFE34}"/>
              </a:ext>
            </a:extLst>
          </p:cNvPr>
          <p:cNvSpPr txBox="1"/>
          <p:nvPr userDrawn="1"/>
        </p:nvSpPr>
        <p:spPr>
          <a:xfrm>
            <a:off x="224476" y="6455078"/>
            <a:ext cx="37820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>
                <a:solidFill>
                  <a:schemeClr val="bg1"/>
                </a:solidFill>
              </a:rPr>
              <a:t>Private &amp; Confidential © DS Smith Ltd     www.dssmith.com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22B75A-7423-693C-E669-DF34B5086383}"/>
              </a:ext>
            </a:extLst>
          </p:cNvPr>
          <p:cNvSpPr txBox="1">
            <a:spLocks/>
          </p:cNvSpPr>
          <p:nvPr userDrawn="1"/>
        </p:nvSpPr>
        <p:spPr>
          <a:xfrm>
            <a:off x="466725" y="631963"/>
            <a:ext cx="874395" cy="481778"/>
          </a:xfrm>
          <a:custGeom>
            <a:avLst/>
            <a:gdLst/>
            <a:ahLst/>
            <a:cxnLst/>
            <a:rect l="l" t="t" r="r" b="b"/>
            <a:pathLst>
              <a:path w="477292" h="262980">
                <a:moveTo>
                  <a:pt x="242888" y="0"/>
                </a:moveTo>
                <a:lnTo>
                  <a:pt x="407194" y="0"/>
                </a:lnTo>
                <a:lnTo>
                  <a:pt x="477292" y="262980"/>
                </a:lnTo>
                <a:lnTo>
                  <a:pt x="372815" y="262980"/>
                </a:lnTo>
                <a:close/>
                <a:moveTo>
                  <a:pt x="0" y="0"/>
                </a:moveTo>
                <a:lnTo>
                  <a:pt x="164307" y="0"/>
                </a:lnTo>
                <a:lnTo>
                  <a:pt x="234405" y="262980"/>
                </a:lnTo>
                <a:lnTo>
                  <a:pt x="129927" y="2629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917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48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Courier New" panose="02070309020205020404" pitchFamily="49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7200" b="1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44A4061-DCD1-1E4D-E9E8-4D59B817E3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7534" y="6137386"/>
            <a:ext cx="629765" cy="422388"/>
            <a:chOff x="10028357" y="5184719"/>
            <a:chExt cx="974502" cy="653605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1B6054C-426B-1A5C-CF35-B44A94B90127}"/>
                </a:ext>
              </a:extLst>
            </p:cNvPr>
            <p:cNvSpPr/>
            <p:nvPr/>
          </p:nvSpPr>
          <p:spPr>
            <a:xfrm>
              <a:off x="10528038" y="5469707"/>
              <a:ext cx="136588" cy="188404"/>
            </a:xfrm>
            <a:custGeom>
              <a:avLst/>
              <a:gdLst>
                <a:gd name="csX0" fmla="*/ 136589 w 136588"/>
                <a:gd name="csY0" fmla="*/ 108966 h 188404"/>
                <a:gd name="csX1" fmla="*/ 136589 w 136588"/>
                <a:gd name="csY1" fmla="*/ 78962 h 188404"/>
                <a:gd name="csX2" fmla="*/ 53626 w 136588"/>
                <a:gd name="csY2" fmla="*/ 0 h 188404"/>
                <a:gd name="csX3" fmla="*/ 0 w 136588"/>
                <a:gd name="csY3" fmla="*/ 0 h 188404"/>
                <a:gd name="csX4" fmla="*/ 0 w 136588"/>
                <a:gd name="csY4" fmla="*/ 188405 h 188404"/>
                <a:gd name="csX5" fmla="*/ 53626 w 136588"/>
                <a:gd name="csY5" fmla="*/ 188405 h 188404"/>
                <a:gd name="csX6" fmla="*/ 136589 w 136588"/>
                <a:gd name="csY6" fmla="*/ 108966 h 188404"/>
                <a:gd name="csX7" fmla="*/ 51626 w 136588"/>
                <a:gd name="csY7" fmla="*/ 24289 h 188404"/>
                <a:gd name="csX8" fmla="*/ 109442 w 136588"/>
                <a:gd name="csY8" fmla="*/ 78867 h 188404"/>
                <a:gd name="csX9" fmla="*/ 109442 w 136588"/>
                <a:gd name="csY9" fmla="*/ 108871 h 188404"/>
                <a:gd name="csX10" fmla="*/ 51626 w 136588"/>
                <a:gd name="csY10" fmla="*/ 164211 h 188404"/>
                <a:gd name="csX11" fmla="*/ 26860 w 136588"/>
                <a:gd name="csY11" fmla="*/ 164211 h 188404"/>
                <a:gd name="csX12" fmla="*/ 26860 w 136588"/>
                <a:gd name="csY12" fmla="*/ 24193 h 188404"/>
                <a:gd name="csX13" fmla="*/ 51626 w 136588"/>
                <a:gd name="csY13" fmla="*/ 24193 h 188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6588" h="188404">
                  <a:moveTo>
                    <a:pt x="136589" y="108966"/>
                  </a:moveTo>
                  <a:lnTo>
                    <a:pt x="136589" y="78962"/>
                  </a:lnTo>
                  <a:cubicBezTo>
                    <a:pt x="136589" y="27337"/>
                    <a:pt x="107918" y="0"/>
                    <a:pt x="53626" y="0"/>
                  </a:cubicBezTo>
                  <a:lnTo>
                    <a:pt x="0" y="0"/>
                  </a:lnTo>
                  <a:lnTo>
                    <a:pt x="0" y="188405"/>
                  </a:lnTo>
                  <a:lnTo>
                    <a:pt x="53626" y="188405"/>
                  </a:lnTo>
                  <a:cubicBezTo>
                    <a:pt x="108680" y="188405"/>
                    <a:pt x="136589" y="161639"/>
                    <a:pt x="136589" y="108966"/>
                  </a:cubicBezTo>
                  <a:close/>
                  <a:moveTo>
                    <a:pt x="51626" y="24289"/>
                  </a:moveTo>
                  <a:cubicBezTo>
                    <a:pt x="92678" y="24289"/>
                    <a:pt x="109442" y="40100"/>
                    <a:pt x="109442" y="78867"/>
                  </a:cubicBezTo>
                  <a:lnTo>
                    <a:pt x="109442" y="108871"/>
                  </a:lnTo>
                  <a:cubicBezTo>
                    <a:pt x="109442" y="147637"/>
                    <a:pt x="92107" y="164211"/>
                    <a:pt x="51626" y="164211"/>
                  </a:cubicBezTo>
                  <a:lnTo>
                    <a:pt x="26860" y="164211"/>
                  </a:lnTo>
                  <a:lnTo>
                    <a:pt x="26860" y="24193"/>
                  </a:lnTo>
                  <a:lnTo>
                    <a:pt x="51626" y="24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3C9F2FE-E7FF-B734-AB34-799FA4A5009B}"/>
                </a:ext>
              </a:extLst>
            </p:cNvPr>
            <p:cNvSpPr/>
            <p:nvPr/>
          </p:nvSpPr>
          <p:spPr>
            <a:xfrm>
              <a:off x="10681200" y="5466659"/>
              <a:ext cx="122110" cy="194881"/>
            </a:xfrm>
            <a:custGeom>
              <a:avLst/>
              <a:gdLst>
                <a:gd name="csX0" fmla="*/ 39529 w 122110"/>
                <a:gd name="csY0" fmla="*/ 98393 h 194881"/>
                <a:gd name="csX1" fmla="*/ 71056 w 122110"/>
                <a:gd name="csY1" fmla="*/ 112585 h 194881"/>
                <a:gd name="csX2" fmla="*/ 94964 w 122110"/>
                <a:gd name="csY2" fmla="*/ 142780 h 194881"/>
                <a:gd name="csX3" fmla="*/ 59150 w 122110"/>
                <a:gd name="csY3" fmla="*/ 171069 h 194881"/>
                <a:gd name="csX4" fmla="*/ 6667 w 122110"/>
                <a:gd name="csY4" fmla="*/ 167831 h 194881"/>
                <a:gd name="csX5" fmla="*/ 4381 w 122110"/>
                <a:gd name="csY5" fmla="*/ 167545 h 194881"/>
                <a:gd name="csX6" fmla="*/ 4381 w 122110"/>
                <a:gd name="csY6" fmla="*/ 189166 h 194881"/>
                <a:gd name="csX7" fmla="*/ 5906 w 122110"/>
                <a:gd name="csY7" fmla="*/ 189548 h 194881"/>
                <a:gd name="csX8" fmla="*/ 59055 w 122110"/>
                <a:gd name="csY8" fmla="*/ 194882 h 194881"/>
                <a:gd name="csX9" fmla="*/ 122111 w 122110"/>
                <a:gd name="csY9" fmla="*/ 142780 h 194881"/>
                <a:gd name="csX10" fmla="*/ 82677 w 122110"/>
                <a:gd name="csY10" fmla="*/ 89535 h 194881"/>
                <a:gd name="csX11" fmla="*/ 50863 w 122110"/>
                <a:gd name="csY11" fmla="*/ 75629 h 194881"/>
                <a:gd name="csX12" fmla="*/ 27242 w 122110"/>
                <a:gd name="csY12" fmla="*/ 46672 h 194881"/>
                <a:gd name="csX13" fmla="*/ 63246 w 122110"/>
                <a:gd name="csY13" fmla="*/ 23812 h 194881"/>
                <a:gd name="csX14" fmla="*/ 113157 w 122110"/>
                <a:gd name="csY14" fmla="*/ 27051 h 194881"/>
                <a:gd name="csX15" fmla="*/ 115348 w 122110"/>
                <a:gd name="csY15" fmla="*/ 27337 h 194881"/>
                <a:gd name="csX16" fmla="*/ 115348 w 122110"/>
                <a:gd name="csY16" fmla="*/ 5429 h 194881"/>
                <a:gd name="csX17" fmla="*/ 113824 w 122110"/>
                <a:gd name="csY17" fmla="*/ 5048 h 194881"/>
                <a:gd name="csX18" fmla="*/ 62484 w 122110"/>
                <a:gd name="csY18" fmla="*/ 0 h 194881"/>
                <a:gd name="csX19" fmla="*/ 0 w 122110"/>
                <a:gd name="csY19" fmla="*/ 46672 h 194881"/>
                <a:gd name="csX20" fmla="*/ 39243 w 122110"/>
                <a:gd name="csY20" fmla="*/ 98393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2110" h="194881">
                  <a:moveTo>
                    <a:pt x="39529" y="98393"/>
                  </a:moveTo>
                  <a:lnTo>
                    <a:pt x="71056" y="112585"/>
                  </a:lnTo>
                  <a:cubicBezTo>
                    <a:pt x="91250" y="121825"/>
                    <a:pt x="94964" y="130016"/>
                    <a:pt x="94964" y="142780"/>
                  </a:cubicBezTo>
                  <a:cubicBezTo>
                    <a:pt x="94964" y="162306"/>
                    <a:pt x="83915" y="171069"/>
                    <a:pt x="59150" y="171069"/>
                  </a:cubicBezTo>
                  <a:cubicBezTo>
                    <a:pt x="36385" y="171069"/>
                    <a:pt x="18383" y="169259"/>
                    <a:pt x="6667" y="167831"/>
                  </a:cubicBezTo>
                  <a:lnTo>
                    <a:pt x="4381" y="167545"/>
                  </a:lnTo>
                  <a:lnTo>
                    <a:pt x="4381" y="189166"/>
                  </a:lnTo>
                  <a:lnTo>
                    <a:pt x="5906" y="189548"/>
                  </a:lnTo>
                  <a:cubicBezTo>
                    <a:pt x="13240" y="191453"/>
                    <a:pt x="37243" y="194882"/>
                    <a:pt x="59055" y="194882"/>
                  </a:cubicBezTo>
                  <a:cubicBezTo>
                    <a:pt x="99727" y="194882"/>
                    <a:pt x="122111" y="176403"/>
                    <a:pt x="122111" y="142780"/>
                  </a:cubicBezTo>
                  <a:cubicBezTo>
                    <a:pt x="122111" y="117348"/>
                    <a:pt x="110681" y="101917"/>
                    <a:pt x="82677" y="89535"/>
                  </a:cubicBezTo>
                  <a:lnTo>
                    <a:pt x="50863" y="75629"/>
                  </a:lnTo>
                  <a:cubicBezTo>
                    <a:pt x="30861" y="66770"/>
                    <a:pt x="27242" y="58960"/>
                    <a:pt x="27242" y="46672"/>
                  </a:cubicBezTo>
                  <a:cubicBezTo>
                    <a:pt x="27242" y="30194"/>
                    <a:pt x="37338" y="23812"/>
                    <a:pt x="63246" y="23812"/>
                  </a:cubicBezTo>
                  <a:cubicBezTo>
                    <a:pt x="82391" y="23812"/>
                    <a:pt x="104489" y="26098"/>
                    <a:pt x="113157" y="27051"/>
                  </a:cubicBezTo>
                  <a:lnTo>
                    <a:pt x="115348" y="27337"/>
                  </a:lnTo>
                  <a:lnTo>
                    <a:pt x="115348" y="5429"/>
                  </a:lnTo>
                  <a:lnTo>
                    <a:pt x="113824" y="5048"/>
                  </a:lnTo>
                  <a:cubicBezTo>
                    <a:pt x="107061" y="3334"/>
                    <a:pt x="85058" y="0"/>
                    <a:pt x="62484" y="0"/>
                  </a:cubicBezTo>
                  <a:cubicBezTo>
                    <a:pt x="20479" y="0"/>
                    <a:pt x="0" y="15240"/>
                    <a:pt x="0" y="46672"/>
                  </a:cubicBezTo>
                  <a:cubicBezTo>
                    <a:pt x="0" y="70961"/>
                    <a:pt x="11335" y="86011"/>
                    <a:pt x="39243" y="9839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C26A905-F856-8279-D922-7C857AC6BC2A}"/>
                </a:ext>
              </a:extLst>
            </p:cNvPr>
            <p:cNvSpPr/>
            <p:nvPr/>
          </p:nvSpPr>
          <p:spPr>
            <a:xfrm>
              <a:off x="10385068" y="5643347"/>
              <a:ext cx="121824" cy="194881"/>
            </a:xfrm>
            <a:custGeom>
              <a:avLst/>
              <a:gdLst>
                <a:gd name="csX0" fmla="*/ 82487 w 121824"/>
                <a:gd name="csY0" fmla="*/ 89535 h 194881"/>
                <a:gd name="csX1" fmla="*/ 50673 w 121824"/>
                <a:gd name="csY1" fmla="*/ 75628 h 194881"/>
                <a:gd name="csX2" fmla="*/ 27051 w 121824"/>
                <a:gd name="csY2" fmla="*/ 46672 h 194881"/>
                <a:gd name="csX3" fmla="*/ 63055 w 121824"/>
                <a:gd name="csY3" fmla="*/ 23813 h 194881"/>
                <a:gd name="csX4" fmla="*/ 112967 w 121824"/>
                <a:gd name="csY4" fmla="*/ 27051 h 194881"/>
                <a:gd name="csX5" fmla="*/ 115157 w 121824"/>
                <a:gd name="csY5" fmla="*/ 27337 h 194881"/>
                <a:gd name="csX6" fmla="*/ 115157 w 121824"/>
                <a:gd name="csY6" fmla="*/ 5429 h 194881"/>
                <a:gd name="csX7" fmla="*/ 113633 w 121824"/>
                <a:gd name="csY7" fmla="*/ 5048 h 194881"/>
                <a:gd name="csX8" fmla="*/ 62294 w 121824"/>
                <a:gd name="csY8" fmla="*/ 0 h 194881"/>
                <a:gd name="csX9" fmla="*/ 0 w 121824"/>
                <a:gd name="csY9" fmla="*/ 46672 h 194881"/>
                <a:gd name="csX10" fmla="*/ 39148 w 121824"/>
                <a:gd name="csY10" fmla="*/ 98393 h 194881"/>
                <a:gd name="csX11" fmla="*/ 70675 w 121824"/>
                <a:gd name="csY11" fmla="*/ 112586 h 194881"/>
                <a:gd name="csX12" fmla="*/ 94583 w 121824"/>
                <a:gd name="csY12" fmla="*/ 142780 h 194881"/>
                <a:gd name="csX13" fmla="*/ 58865 w 121824"/>
                <a:gd name="csY13" fmla="*/ 171069 h 194881"/>
                <a:gd name="csX14" fmla="*/ 6477 w 121824"/>
                <a:gd name="csY14" fmla="*/ 167830 h 194881"/>
                <a:gd name="csX15" fmla="*/ 4286 w 121824"/>
                <a:gd name="csY15" fmla="*/ 167545 h 194881"/>
                <a:gd name="csX16" fmla="*/ 4286 w 121824"/>
                <a:gd name="csY16" fmla="*/ 189262 h 194881"/>
                <a:gd name="csX17" fmla="*/ 5810 w 121824"/>
                <a:gd name="csY17" fmla="*/ 189643 h 194881"/>
                <a:gd name="csX18" fmla="*/ 58865 w 121824"/>
                <a:gd name="csY18" fmla="*/ 194881 h 194881"/>
                <a:gd name="csX19" fmla="*/ 121825 w 121824"/>
                <a:gd name="csY19" fmla="*/ 142780 h 194881"/>
                <a:gd name="csX20" fmla="*/ 82487 w 121824"/>
                <a:gd name="csY20" fmla="*/ 89535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824" h="194881">
                  <a:moveTo>
                    <a:pt x="82487" y="89535"/>
                  </a:moveTo>
                  <a:lnTo>
                    <a:pt x="50673" y="75628"/>
                  </a:lnTo>
                  <a:cubicBezTo>
                    <a:pt x="30670" y="66770"/>
                    <a:pt x="27051" y="58960"/>
                    <a:pt x="27051" y="46672"/>
                  </a:cubicBezTo>
                  <a:cubicBezTo>
                    <a:pt x="27051" y="30194"/>
                    <a:pt x="37147" y="23813"/>
                    <a:pt x="63055" y="23813"/>
                  </a:cubicBezTo>
                  <a:cubicBezTo>
                    <a:pt x="82772" y="23813"/>
                    <a:pt x="106204" y="26289"/>
                    <a:pt x="112967" y="27051"/>
                  </a:cubicBezTo>
                  <a:lnTo>
                    <a:pt x="115157" y="27337"/>
                  </a:lnTo>
                  <a:lnTo>
                    <a:pt x="115157" y="5429"/>
                  </a:lnTo>
                  <a:lnTo>
                    <a:pt x="113633" y="5048"/>
                  </a:lnTo>
                  <a:cubicBezTo>
                    <a:pt x="107251" y="3334"/>
                    <a:pt x="84868" y="0"/>
                    <a:pt x="62294" y="0"/>
                  </a:cubicBezTo>
                  <a:cubicBezTo>
                    <a:pt x="20383" y="0"/>
                    <a:pt x="0" y="15240"/>
                    <a:pt x="0" y="46672"/>
                  </a:cubicBezTo>
                  <a:cubicBezTo>
                    <a:pt x="0" y="71056"/>
                    <a:pt x="11335" y="86106"/>
                    <a:pt x="39148" y="98393"/>
                  </a:cubicBezTo>
                  <a:lnTo>
                    <a:pt x="70675" y="112586"/>
                  </a:lnTo>
                  <a:cubicBezTo>
                    <a:pt x="90869" y="121825"/>
                    <a:pt x="94583" y="130016"/>
                    <a:pt x="94583" y="142780"/>
                  </a:cubicBezTo>
                  <a:cubicBezTo>
                    <a:pt x="94583" y="162592"/>
                    <a:pt x="83915" y="171069"/>
                    <a:pt x="58865" y="171069"/>
                  </a:cubicBezTo>
                  <a:cubicBezTo>
                    <a:pt x="36195" y="171069"/>
                    <a:pt x="18097" y="169259"/>
                    <a:pt x="6477" y="167830"/>
                  </a:cubicBezTo>
                  <a:lnTo>
                    <a:pt x="4286" y="167545"/>
                  </a:lnTo>
                  <a:lnTo>
                    <a:pt x="4286" y="189262"/>
                  </a:lnTo>
                  <a:lnTo>
                    <a:pt x="5810" y="189643"/>
                  </a:lnTo>
                  <a:cubicBezTo>
                    <a:pt x="13145" y="191548"/>
                    <a:pt x="37147" y="194881"/>
                    <a:pt x="58865" y="194881"/>
                  </a:cubicBezTo>
                  <a:cubicBezTo>
                    <a:pt x="100108" y="194881"/>
                    <a:pt x="121825" y="176879"/>
                    <a:pt x="121825" y="142780"/>
                  </a:cubicBezTo>
                  <a:cubicBezTo>
                    <a:pt x="121825" y="117348"/>
                    <a:pt x="110490" y="101917"/>
                    <a:pt x="82487" y="895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77F3817-DFF1-7B22-016F-0B373B01B6B7}"/>
                </a:ext>
              </a:extLst>
            </p:cNvPr>
            <p:cNvSpPr/>
            <p:nvPr/>
          </p:nvSpPr>
          <p:spPr>
            <a:xfrm>
              <a:off x="10527467" y="5690782"/>
              <a:ext cx="178879" cy="144017"/>
            </a:xfrm>
            <a:custGeom>
              <a:avLst/>
              <a:gdLst>
                <a:gd name="csX0" fmla="*/ 137065 w 178879"/>
                <a:gd name="csY0" fmla="*/ 0 h 144017"/>
                <a:gd name="csX1" fmla="*/ 95440 w 178879"/>
                <a:gd name="csY1" fmla="*/ 13906 h 144017"/>
                <a:gd name="csX2" fmla="*/ 64770 w 178879"/>
                <a:gd name="csY2" fmla="*/ 0 h 144017"/>
                <a:gd name="csX3" fmla="*/ 26098 w 178879"/>
                <a:gd name="csY3" fmla="*/ 12287 h 144017"/>
                <a:gd name="csX4" fmla="*/ 26098 w 178879"/>
                <a:gd name="csY4" fmla="*/ 3429 h 144017"/>
                <a:gd name="csX5" fmla="*/ 0 w 178879"/>
                <a:gd name="csY5" fmla="*/ 3429 h 144017"/>
                <a:gd name="csX6" fmla="*/ 0 w 178879"/>
                <a:gd name="csY6" fmla="*/ 144018 h 144017"/>
                <a:gd name="csX7" fmla="*/ 26098 w 178879"/>
                <a:gd name="csY7" fmla="*/ 144018 h 144017"/>
                <a:gd name="csX8" fmla="*/ 26098 w 178879"/>
                <a:gd name="csY8" fmla="*/ 34195 h 144017"/>
                <a:gd name="csX9" fmla="*/ 59626 w 178879"/>
                <a:gd name="csY9" fmla="*/ 23146 h 144017"/>
                <a:gd name="csX10" fmla="*/ 76295 w 178879"/>
                <a:gd name="csY10" fmla="*/ 51435 h 144017"/>
                <a:gd name="csX11" fmla="*/ 76295 w 178879"/>
                <a:gd name="csY11" fmla="*/ 144018 h 144017"/>
                <a:gd name="csX12" fmla="*/ 102584 w 178879"/>
                <a:gd name="csY12" fmla="*/ 144018 h 144017"/>
                <a:gd name="csX13" fmla="*/ 102584 w 178879"/>
                <a:gd name="csY13" fmla="*/ 51435 h 144017"/>
                <a:gd name="csX14" fmla="*/ 101727 w 178879"/>
                <a:gd name="csY14" fmla="*/ 33623 h 144017"/>
                <a:gd name="csX15" fmla="*/ 134112 w 178879"/>
                <a:gd name="csY15" fmla="*/ 23146 h 144017"/>
                <a:gd name="csX16" fmla="*/ 152495 w 178879"/>
                <a:gd name="csY16" fmla="*/ 51435 h 144017"/>
                <a:gd name="csX17" fmla="*/ 152495 w 178879"/>
                <a:gd name="csY17" fmla="*/ 144018 h 144017"/>
                <a:gd name="csX18" fmla="*/ 178879 w 178879"/>
                <a:gd name="csY18" fmla="*/ 144018 h 144017"/>
                <a:gd name="csX19" fmla="*/ 178879 w 178879"/>
                <a:gd name="csY19" fmla="*/ 51435 h 144017"/>
                <a:gd name="csX20" fmla="*/ 137160 w 178879"/>
                <a:gd name="csY20" fmla="*/ 0 h 14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8879" h="144017">
                  <a:moveTo>
                    <a:pt x="137065" y="0"/>
                  </a:moveTo>
                  <a:cubicBezTo>
                    <a:pt x="123825" y="0"/>
                    <a:pt x="110204" y="4572"/>
                    <a:pt x="95440" y="13906"/>
                  </a:cubicBezTo>
                  <a:cubicBezTo>
                    <a:pt x="89154" y="4572"/>
                    <a:pt x="79153" y="0"/>
                    <a:pt x="64770" y="0"/>
                  </a:cubicBezTo>
                  <a:cubicBezTo>
                    <a:pt x="48482" y="0"/>
                    <a:pt x="35147" y="6286"/>
                    <a:pt x="26098" y="12287"/>
                  </a:cubicBezTo>
                  <a:lnTo>
                    <a:pt x="26098" y="3429"/>
                  </a:lnTo>
                  <a:lnTo>
                    <a:pt x="0" y="3429"/>
                  </a:lnTo>
                  <a:lnTo>
                    <a:pt x="0" y="144018"/>
                  </a:lnTo>
                  <a:lnTo>
                    <a:pt x="26098" y="144018"/>
                  </a:lnTo>
                  <a:lnTo>
                    <a:pt x="26098" y="34195"/>
                  </a:lnTo>
                  <a:cubicBezTo>
                    <a:pt x="35338" y="29051"/>
                    <a:pt x="48292" y="23146"/>
                    <a:pt x="59626" y="23146"/>
                  </a:cubicBezTo>
                  <a:cubicBezTo>
                    <a:pt x="76295" y="23146"/>
                    <a:pt x="76295" y="32004"/>
                    <a:pt x="76295" y="51435"/>
                  </a:cubicBezTo>
                  <a:lnTo>
                    <a:pt x="76295" y="144018"/>
                  </a:lnTo>
                  <a:lnTo>
                    <a:pt x="102584" y="144018"/>
                  </a:lnTo>
                  <a:lnTo>
                    <a:pt x="102584" y="51435"/>
                  </a:lnTo>
                  <a:cubicBezTo>
                    <a:pt x="102584" y="45910"/>
                    <a:pt x="102584" y="39815"/>
                    <a:pt x="101727" y="33623"/>
                  </a:cubicBezTo>
                  <a:cubicBezTo>
                    <a:pt x="113252" y="27146"/>
                    <a:pt x="125540" y="23146"/>
                    <a:pt x="134112" y="23146"/>
                  </a:cubicBezTo>
                  <a:cubicBezTo>
                    <a:pt x="152495" y="23146"/>
                    <a:pt x="152495" y="32004"/>
                    <a:pt x="152495" y="51435"/>
                  </a:cubicBezTo>
                  <a:lnTo>
                    <a:pt x="152495" y="144018"/>
                  </a:lnTo>
                  <a:lnTo>
                    <a:pt x="178879" y="144018"/>
                  </a:lnTo>
                  <a:lnTo>
                    <a:pt x="178879" y="51435"/>
                  </a:lnTo>
                  <a:cubicBezTo>
                    <a:pt x="178879" y="30956"/>
                    <a:pt x="178879" y="0"/>
                    <a:pt x="13716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1643B30-18CE-4871-AE0B-73AD430A02B5}"/>
                </a:ext>
              </a:extLst>
            </p:cNvPr>
            <p:cNvSpPr/>
            <p:nvPr/>
          </p:nvSpPr>
          <p:spPr>
            <a:xfrm>
              <a:off x="10734826" y="5694211"/>
              <a:ext cx="26384" cy="140588"/>
            </a:xfrm>
            <a:custGeom>
              <a:avLst/>
              <a:gdLst>
                <a:gd name="csX0" fmla="*/ 0 w 26384"/>
                <a:gd name="csY0" fmla="*/ 140589 h 140588"/>
                <a:gd name="csX1" fmla="*/ 12573 w 26384"/>
                <a:gd name="csY1" fmla="*/ 140589 h 140588"/>
                <a:gd name="csX2" fmla="*/ 26384 w 26384"/>
                <a:gd name="csY2" fmla="*/ 140589 h 140588"/>
                <a:gd name="csX3" fmla="*/ 26384 w 26384"/>
                <a:gd name="csY3" fmla="*/ 61055 h 140588"/>
                <a:gd name="csX4" fmla="*/ 26384 w 26384"/>
                <a:gd name="csY4" fmla="*/ 0 h 140588"/>
                <a:gd name="csX5" fmla="*/ 13145 w 26384"/>
                <a:gd name="csY5" fmla="*/ 0 h 140588"/>
                <a:gd name="csX6" fmla="*/ 0 w 26384"/>
                <a:gd name="csY6" fmla="*/ 0 h 140588"/>
                <a:gd name="csX7" fmla="*/ 0 w 26384"/>
                <a:gd name="csY7" fmla="*/ 60769 h 140588"/>
                <a:gd name="csX8" fmla="*/ 0 w 26384"/>
                <a:gd name="csY8" fmla="*/ 140589 h 14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84" h="140588">
                  <a:moveTo>
                    <a:pt x="0" y="140589"/>
                  </a:moveTo>
                  <a:lnTo>
                    <a:pt x="12573" y="140589"/>
                  </a:lnTo>
                  <a:lnTo>
                    <a:pt x="26384" y="140589"/>
                  </a:lnTo>
                  <a:lnTo>
                    <a:pt x="26384" y="61055"/>
                  </a:lnTo>
                  <a:lnTo>
                    <a:pt x="26384" y="0"/>
                  </a:lnTo>
                  <a:lnTo>
                    <a:pt x="13145" y="0"/>
                  </a:lnTo>
                  <a:lnTo>
                    <a:pt x="0" y="0"/>
                  </a:lnTo>
                  <a:lnTo>
                    <a:pt x="0" y="60769"/>
                  </a:lnTo>
                  <a:lnTo>
                    <a:pt x="0" y="140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60DB8B9-D93F-1FB4-A37A-D7DFAFFFC998}"/>
                </a:ext>
              </a:extLst>
            </p:cNvPr>
            <p:cNvSpPr/>
            <p:nvPr/>
          </p:nvSpPr>
          <p:spPr>
            <a:xfrm>
              <a:off x="10779307" y="5658778"/>
              <a:ext cx="90297" cy="179546"/>
            </a:xfrm>
            <a:custGeom>
              <a:avLst/>
              <a:gdLst>
                <a:gd name="csX0" fmla="*/ 53912 w 90297"/>
                <a:gd name="csY0" fmla="*/ 0 h 179546"/>
                <a:gd name="csX1" fmla="*/ 27527 w 90297"/>
                <a:gd name="csY1" fmla="*/ 0 h 179546"/>
                <a:gd name="csX2" fmla="*/ 27527 w 90297"/>
                <a:gd name="csY2" fmla="*/ 35528 h 179546"/>
                <a:gd name="csX3" fmla="*/ 0 w 90297"/>
                <a:gd name="csY3" fmla="*/ 35528 h 179546"/>
                <a:gd name="csX4" fmla="*/ 0 w 90297"/>
                <a:gd name="csY4" fmla="*/ 56007 h 179546"/>
                <a:gd name="csX5" fmla="*/ 27527 w 90297"/>
                <a:gd name="csY5" fmla="*/ 58007 h 179546"/>
                <a:gd name="csX6" fmla="*/ 27527 w 90297"/>
                <a:gd name="csY6" fmla="*/ 142780 h 179546"/>
                <a:gd name="csX7" fmla="*/ 63246 w 90297"/>
                <a:gd name="csY7" fmla="*/ 179546 h 179546"/>
                <a:gd name="csX8" fmla="*/ 88964 w 90297"/>
                <a:gd name="csY8" fmla="*/ 175736 h 179546"/>
                <a:gd name="csX9" fmla="*/ 90297 w 90297"/>
                <a:gd name="csY9" fmla="*/ 175260 h 179546"/>
                <a:gd name="csX10" fmla="*/ 90297 w 90297"/>
                <a:gd name="csY10" fmla="*/ 156210 h 179546"/>
                <a:gd name="csX11" fmla="*/ 88106 w 90297"/>
                <a:gd name="csY11" fmla="*/ 156496 h 179546"/>
                <a:gd name="csX12" fmla="*/ 65723 w 90297"/>
                <a:gd name="csY12" fmla="*/ 157734 h 179546"/>
                <a:gd name="csX13" fmla="*/ 53816 w 90297"/>
                <a:gd name="csY13" fmla="*/ 141922 h 179546"/>
                <a:gd name="csX14" fmla="*/ 53816 w 90297"/>
                <a:gd name="csY14" fmla="*/ 58293 h 179546"/>
                <a:gd name="csX15" fmla="*/ 90297 w 90297"/>
                <a:gd name="csY15" fmla="*/ 58293 h 179546"/>
                <a:gd name="csX16" fmla="*/ 90297 w 90297"/>
                <a:gd name="csY16" fmla="*/ 35623 h 179546"/>
                <a:gd name="csX17" fmla="*/ 53816 w 90297"/>
                <a:gd name="csY17" fmla="*/ 35623 h 179546"/>
                <a:gd name="csX18" fmla="*/ 53816 w 90297"/>
                <a:gd name="csY18" fmla="*/ 95 h 179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97" h="179546">
                  <a:moveTo>
                    <a:pt x="53912" y="0"/>
                  </a:moveTo>
                  <a:lnTo>
                    <a:pt x="27527" y="0"/>
                  </a:lnTo>
                  <a:lnTo>
                    <a:pt x="27527" y="35528"/>
                  </a:lnTo>
                  <a:lnTo>
                    <a:pt x="0" y="35528"/>
                  </a:lnTo>
                  <a:lnTo>
                    <a:pt x="0" y="56007"/>
                  </a:lnTo>
                  <a:lnTo>
                    <a:pt x="27527" y="58007"/>
                  </a:lnTo>
                  <a:lnTo>
                    <a:pt x="27527" y="142780"/>
                  </a:lnTo>
                  <a:cubicBezTo>
                    <a:pt x="27527" y="169545"/>
                    <a:pt x="37243" y="179546"/>
                    <a:pt x="63246" y="179546"/>
                  </a:cubicBezTo>
                  <a:cubicBezTo>
                    <a:pt x="74105" y="179546"/>
                    <a:pt x="85249" y="176974"/>
                    <a:pt x="88964" y="175736"/>
                  </a:cubicBezTo>
                  <a:lnTo>
                    <a:pt x="90297" y="175260"/>
                  </a:lnTo>
                  <a:lnTo>
                    <a:pt x="90297" y="156210"/>
                  </a:lnTo>
                  <a:lnTo>
                    <a:pt x="88106" y="156496"/>
                  </a:lnTo>
                  <a:cubicBezTo>
                    <a:pt x="83725" y="156972"/>
                    <a:pt x="73152" y="157734"/>
                    <a:pt x="65723" y="157734"/>
                  </a:cubicBezTo>
                  <a:cubicBezTo>
                    <a:pt x="54674" y="157734"/>
                    <a:pt x="53816" y="156686"/>
                    <a:pt x="53816" y="141922"/>
                  </a:cubicBezTo>
                  <a:lnTo>
                    <a:pt x="53816" y="58293"/>
                  </a:lnTo>
                  <a:lnTo>
                    <a:pt x="90297" y="58293"/>
                  </a:lnTo>
                  <a:lnTo>
                    <a:pt x="90297" y="35623"/>
                  </a:lnTo>
                  <a:lnTo>
                    <a:pt x="53816" y="35623"/>
                  </a:lnTo>
                  <a:lnTo>
                    <a:pt x="53816" y="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546A933-CCAC-968D-4AF1-0DDA6DEBA74D}"/>
                </a:ext>
              </a:extLst>
            </p:cNvPr>
            <p:cNvSpPr/>
            <p:nvPr/>
          </p:nvSpPr>
          <p:spPr>
            <a:xfrm>
              <a:off x="10888559" y="5638585"/>
              <a:ext cx="114300" cy="196119"/>
            </a:xfrm>
            <a:custGeom>
              <a:avLst/>
              <a:gdLst>
                <a:gd name="csX0" fmla="*/ 68485 w 114300"/>
                <a:gd name="csY0" fmla="*/ 52197 h 196119"/>
                <a:gd name="csX1" fmla="*/ 26099 w 114300"/>
                <a:gd name="csY1" fmla="*/ 62103 h 196119"/>
                <a:gd name="csX2" fmla="*/ 26099 w 114300"/>
                <a:gd name="csY2" fmla="*/ 0 h 196119"/>
                <a:gd name="csX3" fmla="*/ 0 w 114300"/>
                <a:gd name="csY3" fmla="*/ 0 h 196119"/>
                <a:gd name="csX4" fmla="*/ 0 w 114300"/>
                <a:gd name="csY4" fmla="*/ 196120 h 196119"/>
                <a:gd name="csX5" fmla="*/ 26099 w 114300"/>
                <a:gd name="csY5" fmla="*/ 196120 h 196119"/>
                <a:gd name="csX6" fmla="*/ 26099 w 114300"/>
                <a:gd name="csY6" fmla="*/ 84391 h 196119"/>
                <a:gd name="csX7" fmla="*/ 64103 w 114300"/>
                <a:gd name="csY7" fmla="*/ 75438 h 196119"/>
                <a:gd name="csX8" fmla="*/ 87916 w 114300"/>
                <a:gd name="csY8" fmla="*/ 107632 h 196119"/>
                <a:gd name="csX9" fmla="*/ 87916 w 114300"/>
                <a:gd name="csY9" fmla="*/ 196025 h 196119"/>
                <a:gd name="csX10" fmla="*/ 114300 w 114300"/>
                <a:gd name="csY10" fmla="*/ 196025 h 196119"/>
                <a:gd name="csX11" fmla="*/ 114300 w 114300"/>
                <a:gd name="csY11" fmla="*/ 106870 h 196119"/>
                <a:gd name="csX12" fmla="*/ 68580 w 114300"/>
                <a:gd name="csY12" fmla="*/ 52006 h 196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300" h="196119">
                  <a:moveTo>
                    <a:pt x="68485" y="52197"/>
                  </a:moveTo>
                  <a:cubicBezTo>
                    <a:pt x="54197" y="52197"/>
                    <a:pt x="39910" y="55531"/>
                    <a:pt x="26099" y="62103"/>
                  </a:cubicBezTo>
                  <a:lnTo>
                    <a:pt x="26099" y="0"/>
                  </a:lnTo>
                  <a:lnTo>
                    <a:pt x="0" y="0"/>
                  </a:lnTo>
                  <a:lnTo>
                    <a:pt x="0" y="196120"/>
                  </a:lnTo>
                  <a:lnTo>
                    <a:pt x="26099" y="196120"/>
                  </a:lnTo>
                  <a:lnTo>
                    <a:pt x="26099" y="84391"/>
                  </a:lnTo>
                  <a:cubicBezTo>
                    <a:pt x="35624" y="80010"/>
                    <a:pt x="50197" y="75438"/>
                    <a:pt x="64103" y="75438"/>
                  </a:cubicBezTo>
                  <a:cubicBezTo>
                    <a:pt x="80201" y="75438"/>
                    <a:pt x="87916" y="80296"/>
                    <a:pt x="87916" y="107632"/>
                  </a:cubicBezTo>
                  <a:lnTo>
                    <a:pt x="87916" y="196025"/>
                  </a:lnTo>
                  <a:lnTo>
                    <a:pt x="114300" y="196025"/>
                  </a:lnTo>
                  <a:lnTo>
                    <a:pt x="114300" y="106870"/>
                  </a:lnTo>
                  <a:cubicBezTo>
                    <a:pt x="114300" y="69914"/>
                    <a:pt x="99346" y="52006"/>
                    <a:pt x="68580" y="520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DD71AE2-2BEF-46BF-E6CF-B0FFFD94ADDA}"/>
                </a:ext>
              </a:extLst>
            </p:cNvPr>
            <p:cNvSpPr/>
            <p:nvPr/>
          </p:nvSpPr>
          <p:spPr>
            <a:xfrm>
              <a:off x="10028357" y="5184719"/>
              <a:ext cx="441483" cy="236601"/>
            </a:xfrm>
            <a:custGeom>
              <a:avLst/>
              <a:gdLst>
                <a:gd name="csX0" fmla="*/ 236696 w 441483"/>
                <a:gd name="csY0" fmla="*/ 0 h 236601"/>
                <a:gd name="csX1" fmla="*/ 0 w 441483"/>
                <a:gd name="csY1" fmla="*/ 0 h 236601"/>
                <a:gd name="csX2" fmla="*/ 31718 w 441483"/>
                <a:gd name="csY2" fmla="*/ 118301 h 236601"/>
                <a:gd name="csX3" fmla="*/ 236601 w 441483"/>
                <a:gd name="csY3" fmla="*/ 236601 h 236601"/>
                <a:gd name="csX4" fmla="*/ 441484 w 441483"/>
                <a:gd name="csY4" fmla="*/ 118301 h 236601"/>
                <a:gd name="csX5" fmla="*/ 236696 w 441483"/>
                <a:gd name="csY5" fmla="*/ 0 h 236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1483" h="236601">
                  <a:moveTo>
                    <a:pt x="236696" y="0"/>
                  </a:moveTo>
                  <a:lnTo>
                    <a:pt x="0" y="0"/>
                  </a:lnTo>
                  <a:cubicBezTo>
                    <a:pt x="0" y="43148"/>
                    <a:pt x="11621" y="83534"/>
                    <a:pt x="31718" y="118301"/>
                  </a:cubicBezTo>
                  <a:cubicBezTo>
                    <a:pt x="72676" y="188976"/>
                    <a:pt x="149066" y="236601"/>
                    <a:pt x="236601" y="236601"/>
                  </a:cubicBezTo>
                  <a:cubicBezTo>
                    <a:pt x="324136" y="236601"/>
                    <a:pt x="400622" y="188976"/>
                    <a:pt x="441484" y="118301"/>
                  </a:cubicBezTo>
                  <a:cubicBezTo>
                    <a:pt x="400622" y="47625"/>
                    <a:pt x="324231" y="0"/>
                    <a:pt x="2366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E9FCF2E-6CCF-52A8-3840-62D54A27B360}"/>
                </a:ext>
              </a:extLst>
            </p:cNvPr>
            <p:cNvSpPr/>
            <p:nvPr/>
          </p:nvSpPr>
          <p:spPr>
            <a:xfrm>
              <a:off x="10028357" y="5303019"/>
              <a:ext cx="473297" cy="355092"/>
            </a:xfrm>
            <a:custGeom>
              <a:avLst/>
              <a:gdLst>
                <a:gd name="csX0" fmla="*/ 445389 w 473297"/>
                <a:gd name="csY0" fmla="*/ 6763 h 355092"/>
                <a:gd name="csX1" fmla="*/ 441674 w 473297"/>
                <a:gd name="csY1" fmla="*/ 0 h 355092"/>
                <a:gd name="csX2" fmla="*/ 247555 w 473297"/>
                <a:gd name="csY2" fmla="*/ 138684 h 355092"/>
                <a:gd name="csX3" fmla="*/ 247555 w 473297"/>
                <a:gd name="csY3" fmla="*/ 138684 h 355092"/>
                <a:gd name="csX4" fmla="*/ 42672 w 473297"/>
                <a:gd name="csY4" fmla="*/ 256985 h 355092"/>
                <a:gd name="csX5" fmla="*/ 0 w 473297"/>
                <a:gd name="csY5" fmla="*/ 353568 h 355092"/>
                <a:gd name="csX6" fmla="*/ 0 w 473297"/>
                <a:gd name="csY6" fmla="*/ 355092 h 355092"/>
                <a:gd name="csX7" fmla="*/ 236696 w 473297"/>
                <a:gd name="csY7" fmla="*/ 355092 h 355092"/>
                <a:gd name="csX8" fmla="*/ 441579 w 473297"/>
                <a:gd name="csY8" fmla="*/ 236791 h 355092"/>
                <a:gd name="csX9" fmla="*/ 473297 w 473297"/>
                <a:gd name="csY9" fmla="*/ 118491 h 355092"/>
                <a:gd name="csX10" fmla="*/ 445389 w 473297"/>
                <a:gd name="csY10" fmla="*/ 6953 h 355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3297" h="355092">
                  <a:moveTo>
                    <a:pt x="445389" y="6763"/>
                  </a:moveTo>
                  <a:cubicBezTo>
                    <a:pt x="444151" y="4382"/>
                    <a:pt x="442913" y="2191"/>
                    <a:pt x="441674" y="0"/>
                  </a:cubicBezTo>
                  <a:cubicBezTo>
                    <a:pt x="413957" y="84392"/>
                    <a:pt x="353759" y="138684"/>
                    <a:pt x="247555" y="138684"/>
                  </a:cubicBezTo>
                  <a:lnTo>
                    <a:pt x="247555" y="138684"/>
                  </a:lnTo>
                  <a:cubicBezTo>
                    <a:pt x="159925" y="138684"/>
                    <a:pt x="83534" y="186309"/>
                    <a:pt x="42672" y="256985"/>
                  </a:cubicBezTo>
                  <a:cubicBezTo>
                    <a:pt x="25813" y="285941"/>
                    <a:pt x="6287" y="318611"/>
                    <a:pt x="0" y="353568"/>
                  </a:cubicBezTo>
                  <a:cubicBezTo>
                    <a:pt x="0" y="354044"/>
                    <a:pt x="0" y="354616"/>
                    <a:pt x="0" y="355092"/>
                  </a:cubicBezTo>
                  <a:lnTo>
                    <a:pt x="236696" y="355092"/>
                  </a:lnTo>
                  <a:cubicBezTo>
                    <a:pt x="324231" y="355092"/>
                    <a:pt x="400717" y="307467"/>
                    <a:pt x="441579" y="236791"/>
                  </a:cubicBezTo>
                  <a:cubicBezTo>
                    <a:pt x="461677" y="201930"/>
                    <a:pt x="473297" y="161544"/>
                    <a:pt x="473297" y="118491"/>
                  </a:cubicBezTo>
                  <a:cubicBezTo>
                    <a:pt x="473297" y="78105"/>
                    <a:pt x="463201" y="40195"/>
                    <a:pt x="445389" y="695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386ABA8-B6EE-0544-D864-4418FC6F7EAB}"/>
              </a:ext>
            </a:extLst>
          </p:cNvPr>
          <p:cNvSpPr txBox="1"/>
          <p:nvPr userDrawn="1"/>
        </p:nvSpPr>
        <p:spPr>
          <a:xfrm>
            <a:off x="12511610" y="1451443"/>
            <a:ext cx="205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Use a speaker photo or an image that supports the quote.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Right‑click → Change Picture, then use Crop to position it within the D‑shaped device.</a:t>
            </a:r>
          </a:p>
          <a:p>
            <a:endParaRPr lang="en-GB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46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Full Bleed 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CD22C9-63AE-5D00-8595-70B5D143304C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4B43EC3-CFC5-A7B1-1631-4CD295DC48FA}"/>
              </a:ext>
            </a:extLst>
          </p:cNvPr>
          <p:cNvSpPr/>
          <p:nvPr userDrawn="1"/>
        </p:nvSpPr>
        <p:spPr>
          <a:xfrm>
            <a:off x="-1" y="6793706"/>
            <a:ext cx="12192001" cy="642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B13B8C-0ACF-8690-3B02-3EC5B23FA37A}"/>
              </a:ext>
            </a:extLst>
          </p:cNvPr>
          <p:cNvSpPr/>
          <p:nvPr userDrawn="1"/>
        </p:nvSpPr>
        <p:spPr>
          <a:xfrm>
            <a:off x="466725" y="466727"/>
            <a:ext cx="6672263" cy="46958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1863F26-1863-538F-532D-4B0F518858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5" y="1378743"/>
            <a:ext cx="6672263" cy="2254250"/>
          </a:xfrm>
        </p:spPr>
        <p:txBody>
          <a:bodyPr lIns="252000" tIns="0" rIns="252000" bIns="216000"/>
          <a:lstStyle>
            <a:lvl1pPr>
              <a:lnSpc>
                <a:spcPct val="95000"/>
              </a:lnSpc>
              <a:spcAft>
                <a:spcPts val="4800"/>
              </a:spcAft>
              <a:defRPr sz="2800" b="0">
                <a:solidFill>
                  <a:schemeClr val="tx1"/>
                </a:solidFill>
              </a:defRPr>
            </a:lvl1pPr>
            <a:lvl2pPr>
              <a:spcAft>
                <a:spcPts val="300"/>
              </a:spcAft>
              <a:defRPr sz="1400" b="0">
                <a:solidFill>
                  <a:schemeClr val="tx1"/>
                </a:solidFill>
              </a:defRPr>
            </a:lvl2pPr>
            <a:lvl3pPr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Enter quote here</a:t>
            </a:r>
          </a:p>
          <a:p>
            <a:pPr lvl="0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4504DE-CC19-7338-67CE-FBD339ECB2F7}"/>
              </a:ext>
            </a:extLst>
          </p:cNvPr>
          <p:cNvSpPr txBox="1">
            <a:spLocks/>
          </p:cNvSpPr>
          <p:nvPr userDrawn="1"/>
        </p:nvSpPr>
        <p:spPr>
          <a:xfrm>
            <a:off x="694238" y="712925"/>
            <a:ext cx="1005022" cy="553752"/>
          </a:xfrm>
          <a:custGeom>
            <a:avLst/>
            <a:gdLst/>
            <a:ahLst/>
            <a:cxnLst/>
            <a:rect l="l" t="t" r="r" b="b"/>
            <a:pathLst>
              <a:path w="477292" h="262980">
                <a:moveTo>
                  <a:pt x="242888" y="0"/>
                </a:moveTo>
                <a:lnTo>
                  <a:pt x="407194" y="0"/>
                </a:lnTo>
                <a:lnTo>
                  <a:pt x="477292" y="262980"/>
                </a:lnTo>
                <a:lnTo>
                  <a:pt x="372815" y="262980"/>
                </a:lnTo>
                <a:close/>
                <a:moveTo>
                  <a:pt x="0" y="0"/>
                </a:moveTo>
                <a:lnTo>
                  <a:pt x="164307" y="0"/>
                </a:lnTo>
                <a:lnTo>
                  <a:pt x="234405" y="262980"/>
                </a:lnTo>
                <a:lnTo>
                  <a:pt x="129927" y="26298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l" defTabSz="121917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48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Courier New" panose="02070309020205020404" pitchFamily="49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7200" b="1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CE382AC-A44C-E1FD-20D0-7183936F61E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EBB1AA7-8937-B2B2-FF50-D780ADB064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4195417"/>
            <a:ext cx="6672263" cy="967133"/>
          </a:xfrm>
        </p:spPr>
        <p:txBody>
          <a:bodyPr lIns="252000" tIns="216000" rIns="252000" bIns="216000" anchor="b" anchorCtr="0">
            <a:spAutoFit/>
          </a:bodyPr>
          <a:lstStyle>
            <a:lvl1pPr>
              <a:lnSpc>
                <a:spcPct val="100000"/>
              </a:lnSpc>
              <a:spcAft>
                <a:spcPts val="300"/>
              </a:spcAft>
              <a:defRPr sz="1600" b="0">
                <a:solidFill>
                  <a:schemeClr val="tx1"/>
                </a:solidFill>
              </a:defRPr>
            </a:lvl1pPr>
            <a:lvl2pPr>
              <a:spcAft>
                <a:spcPts val="300"/>
              </a:spcAft>
              <a:defRPr sz="1600" b="1">
                <a:solidFill>
                  <a:schemeClr val="tx2"/>
                </a:solidFill>
              </a:defRPr>
            </a:lvl2pPr>
            <a:lvl3pPr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US" dirty="0"/>
              <a:t>Context of quote</a:t>
            </a:r>
          </a:p>
          <a:p>
            <a:pPr lvl="1"/>
            <a:r>
              <a:rPr lang="en-US" dirty="0"/>
              <a:t>Name and job position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5275F4-1EA7-2DC2-21F7-8D043B6EFD21}"/>
              </a:ext>
            </a:extLst>
          </p:cNvPr>
          <p:cNvSpPr txBox="1"/>
          <p:nvPr userDrawn="1"/>
        </p:nvSpPr>
        <p:spPr>
          <a:xfrm>
            <a:off x="224476" y="6455078"/>
            <a:ext cx="37820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Private &amp; Confidential © DS Smith Ltd     www.dssmith.com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2F0F566-5EE9-B093-9DF1-7A9606F9A8F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7534" y="6137386"/>
            <a:ext cx="629765" cy="422388"/>
            <a:chOff x="10028357" y="5184719"/>
            <a:chExt cx="974502" cy="653605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181F03B-C9EC-9C8C-1928-43593D728A86}"/>
                </a:ext>
              </a:extLst>
            </p:cNvPr>
            <p:cNvSpPr/>
            <p:nvPr/>
          </p:nvSpPr>
          <p:spPr>
            <a:xfrm>
              <a:off x="10528038" y="5469707"/>
              <a:ext cx="136588" cy="188404"/>
            </a:xfrm>
            <a:custGeom>
              <a:avLst/>
              <a:gdLst>
                <a:gd name="csX0" fmla="*/ 136589 w 136588"/>
                <a:gd name="csY0" fmla="*/ 108966 h 188404"/>
                <a:gd name="csX1" fmla="*/ 136589 w 136588"/>
                <a:gd name="csY1" fmla="*/ 78962 h 188404"/>
                <a:gd name="csX2" fmla="*/ 53626 w 136588"/>
                <a:gd name="csY2" fmla="*/ 0 h 188404"/>
                <a:gd name="csX3" fmla="*/ 0 w 136588"/>
                <a:gd name="csY3" fmla="*/ 0 h 188404"/>
                <a:gd name="csX4" fmla="*/ 0 w 136588"/>
                <a:gd name="csY4" fmla="*/ 188405 h 188404"/>
                <a:gd name="csX5" fmla="*/ 53626 w 136588"/>
                <a:gd name="csY5" fmla="*/ 188405 h 188404"/>
                <a:gd name="csX6" fmla="*/ 136589 w 136588"/>
                <a:gd name="csY6" fmla="*/ 108966 h 188404"/>
                <a:gd name="csX7" fmla="*/ 51626 w 136588"/>
                <a:gd name="csY7" fmla="*/ 24289 h 188404"/>
                <a:gd name="csX8" fmla="*/ 109442 w 136588"/>
                <a:gd name="csY8" fmla="*/ 78867 h 188404"/>
                <a:gd name="csX9" fmla="*/ 109442 w 136588"/>
                <a:gd name="csY9" fmla="*/ 108871 h 188404"/>
                <a:gd name="csX10" fmla="*/ 51626 w 136588"/>
                <a:gd name="csY10" fmla="*/ 164211 h 188404"/>
                <a:gd name="csX11" fmla="*/ 26860 w 136588"/>
                <a:gd name="csY11" fmla="*/ 164211 h 188404"/>
                <a:gd name="csX12" fmla="*/ 26860 w 136588"/>
                <a:gd name="csY12" fmla="*/ 24193 h 188404"/>
                <a:gd name="csX13" fmla="*/ 51626 w 136588"/>
                <a:gd name="csY13" fmla="*/ 24193 h 188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6588" h="188404">
                  <a:moveTo>
                    <a:pt x="136589" y="108966"/>
                  </a:moveTo>
                  <a:lnTo>
                    <a:pt x="136589" y="78962"/>
                  </a:lnTo>
                  <a:cubicBezTo>
                    <a:pt x="136589" y="27337"/>
                    <a:pt x="107918" y="0"/>
                    <a:pt x="53626" y="0"/>
                  </a:cubicBezTo>
                  <a:lnTo>
                    <a:pt x="0" y="0"/>
                  </a:lnTo>
                  <a:lnTo>
                    <a:pt x="0" y="188405"/>
                  </a:lnTo>
                  <a:lnTo>
                    <a:pt x="53626" y="188405"/>
                  </a:lnTo>
                  <a:cubicBezTo>
                    <a:pt x="108680" y="188405"/>
                    <a:pt x="136589" y="161639"/>
                    <a:pt x="136589" y="108966"/>
                  </a:cubicBezTo>
                  <a:close/>
                  <a:moveTo>
                    <a:pt x="51626" y="24289"/>
                  </a:moveTo>
                  <a:cubicBezTo>
                    <a:pt x="92678" y="24289"/>
                    <a:pt x="109442" y="40100"/>
                    <a:pt x="109442" y="78867"/>
                  </a:cubicBezTo>
                  <a:lnTo>
                    <a:pt x="109442" y="108871"/>
                  </a:lnTo>
                  <a:cubicBezTo>
                    <a:pt x="109442" y="147637"/>
                    <a:pt x="92107" y="164211"/>
                    <a:pt x="51626" y="164211"/>
                  </a:cubicBezTo>
                  <a:lnTo>
                    <a:pt x="26860" y="164211"/>
                  </a:lnTo>
                  <a:lnTo>
                    <a:pt x="26860" y="24193"/>
                  </a:lnTo>
                  <a:lnTo>
                    <a:pt x="51626" y="24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C211441-AC8B-D262-6BDB-50FBC27575A6}"/>
                </a:ext>
              </a:extLst>
            </p:cNvPr>
            <p:cNvSpPr/>
            <p:nvPr/>
          </p:nvSpPr>
          <p:spPr>
            <a:xfrm>
              <a:off x="10681200" y="5466659"/>
              <a:ext cx="122110" cy="194881"/>
            </a:xfrm>
            <a:custGeom>
              <a:avLst/>
              <a:gdLst>
                <a:gd name="csX0" fmla="*/ 39529 w 122110"/>
                <a:gd name="csY0" fmla="*/ 98393 h 194881"/>
                <a:gd name="csX1" fmla="*/ 71056 w 122110"/>
                <a:gd name="csY1" fmla="*/ 112585 h 194881"/>
                <a:gd name="csX2" fmla="*/ 94964 w 122110"/>
                <a:gd name="csY2" fmla="*/ 142780 h 194881"/>
                <a:gd name="csX3" fmla="*/ 59150 w 122110"/>
                <a:gd name="csY3" fmla="*/ 171069 h 194881"/>
                <a:gd name="csX4" fmla="*/ 6667 w 122110"/>
                <a:gd name="csY4" fmla="*/ 167831 h 194881"/>
                <a:gd name="csX5" fmla="*/ 4381 w 122110"/>
                <a:gd name="csY5" fmla="*/ 167545 h 194881"/>
                <a:gd name="csX6" fmla="*/ 4381 w 122110"/>
                <a:gd name="csY6" fmla="*/ 189166 h 194881"/>
                <a:gd name="csX7" fmla="*/ 5906 w 122110"/>
                <a:gd name="csY7" fmla="*/ 189548 h 194881"/>
                <a:gd name="csX8" fmla="*/ 59055 w 122110"/>
                <a:gd name="csY8" fmla="*/ 194882 h 194881"/>
                <a:gd name="csX9" fmla="*/ 122111 w 122110"/>
                <a:gd name="csY9" fmla="*/ 142780 h 194881"/>
                <a:gd name="csX10" fmla="*/ 82677 w 122110"/>
                <a:gd name="csY10" fmla="*/ 89535 h 194881"/>
                <a:gd name="csX11" fmla="*/ 50863 w 122110"/>
                <a:gd name="csY11" fmla="*/ 75629 h 194881"/>
                <a:gd name="csX12" fmla="*/ 27242 w 122110"/>
                <a:gd name="csY12" fmla="*/ 46672 h 194881"/>
                <a:gd name="csX13" fmla="*/ 63246 w 122110"/>
                <a:gd name="csY13" fmla="*/ 23812 h 194881"/>
                <a:gd name="csX14" fmla="*/ 113157 w 122110"/>
                <a:gd name="csY14" fmla="*/ 27051 h 194881"/>
                <a:gd name="csX15" fmla="*/ 115348 w 122110"/>
                <a:gd name="csY15" fmla="*/ 27337 h 194881"/>
                <a:gd name="csX16" fmla="*/ 115348 w 122110"/>
                <a:gd name="csY16" fmla="*/ 5429 h 194881"/>
                <a:gd name="csX17" fmla="*/ 113824 w 122110"/>
                <a:gd name="csY17" fmla="*/ 5048 h 194881"/>
                <a:gd name="csX18" fmla="*/ 62484 w 122110"/>
                <a:gd name="csY18" fmla="*/ 0 h 194881"/>
                <a:gd name="csX19" fmla="*/ 0 w 122110"/>
                <a:gd name="csY19" fmla="*/ 46672 h 194881"/>
                <a:gd name="csX20" fmla="*/ 39243 w 122110"/>
                <a:gd name="csY20" fmla="*/ 98393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2110" h="194881">
                  <a:moveTo>
                    <a:pt x="39529" y="98393"/>
                  </a:moveTo>
                  <a:lnTo>
                    <a:pt x="71056" y="112585"/>
                  </a:lnTo>
                  <a:cubicBezTo>
                    <a:pt x="91250" y="121825"/>
                    <a:pt x="94964" y="130016"/>
                    <a:pt x="94964" y="142780"/>
                  </a:cubicBezTo>
                  <a:cubicBezTo>
                    <a:pt x="94964" y="162306"/>
                    <a:pt x="83915" y="171069"/>
                    <a:pt x="59150" y="171069"/>
                  </a:cubicBezTo>
                  <a:cubicBezTo>
                    <a:pt x="36385" y="171069"/>
                    <a:pt x="18383" y="169259"/>
                    <a:pt x="6667" y="167831"/>
                  </a:cubicBezTo>
                  <a:lnTo>
                    <a:pt x="4381" y="167545"/>
                  </a:lnTo>
                  <a:lnTo>
                    <a:pt x="4381" y="189166"/>
                  </a:lnTo>
                  <a:lnTo>
                    <a:pt x="5906" y="189548"/>
                  </a:lnTo>
                  <a:cubicBezTo>
                    <a:pt x="13240" y="191453"/>
                    <a:pt x="37243" y="194882"/>
                    <a:pt x="59055" y="194882"/>
                  </a:cubicBezTo>
                  <a:cubicBezTo>
                    <a:pt x="99727" y="194882"/>
                    <a:pt x="122111" y="176403"/>
                    <a:pt x="122111" y="142780"/>
                  </a:cubicBezTo>
                  <a:cubicBezTo>
                    <a:pt x="122111" y="117348"/>
                    <a:pt x="110681" y="101917"/>
                    <a:pt x="82677" y="89535"/>
                  </a:cubicBezTo>
                  <a:lnTo>
                    <a:pt x="50863" y="75629"/>
                  </a:lnTo>
                  <a:cubicBezTo>
                    <a:pt x="30861" y="66770"/>
                    <a:pt x="27242" y="58960"/>
                    <a:pt x="27242" y="46672"/>
                  </a:cubicBezTo>
                  <a:cubicBezTo>
                    <a:pt x="27242" y="30194"/>
                    <a:pt x="37338" y="23812"/>
                    <a:pt x="63246" y="23812"/>
                  </a:cubicBezTo>
                  <a:cubicBezTo>
                    <a:pt x="82391" y="23812"/>
                    <a:pt x="104489" y="26098"/>
                    <a:pt x="113157" y="27051"/>
                  </a:cubicBezTo>
                  <a:lnTo>
                    <a:pt x="115348" y="27337"/>
                  </a:lnTo>
                  <a:lnTo>
                    <a:pt x="115348" y="5429"/>
                  </a:lnTo>
                  <a:lnTo>
                    <a:pt x="113824" y="5048"/>
                  </a:lnTo>
                  <a:cubicBezTo>
                    <a:pt x="107061" y="3334"/>
                    <a:pt x="85058" y="0"/>
                    <a:pt x="62484" y="0"/>
                  </a:cubicBezTo>
                  <a:cubicBezTo>
                    <a:pt x="20479" y="0"/>
                    <a:pt x="0" y="15240"/>
                    <a:pt x="0" y="46672"/>
                  </a:cubicBezTo>
                  <a:cubicBezTo>
                    <a:pt x="0" y="70961"/>
                    <a:pt x="11335" y="86011"/>
                    <a:pt x="39243" y="9839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9E03BFC-ACCB-EAE5-9C22-41FF28C33038}"/>
                </a:ext>
              </a:extLst>
            </p:cNvPr>
            <p:cNvSpPr/>
            <p:nvPr/>
          </p:nvSpPr>
          <p:spPr>
            <a:xfrm>
              <a:off x="10385068" y="5643347"/>
              <a:ext cx="121824" cy="194881"/>
            </a:xfrm>
            <a:custGeom>
              <a:avLst/>
              <a:gdLst>
                <a:gd name="csX0" fmla="*/ 82487 w 121824"/>
                <a:gd name="csY0" fmla="*/ 89535 h 194881"/>
                <a:gd name="csX1" fmla="*/ 50673 w 121824"/>
                <a:gd name="csY1" fmla="*/ 75628 h 194881"/>
                <a:gd name="csX2" fmla="*/ 27051 w 121824"/>
                <a:gd name="csY2" fmla="*/ 46672 h 194881"/>
                <a:gd name="csX3" fmla="*/ 63055 w 121824"/>
                <a:gd name="csY3" fmla="*/ 23813 h 194881"/>
                <a:gd name="csX4" fmla="*/ 112967 w 121824"/>
                <a:gd name="csY4" fmla="*/ 27051 h 194881"/>
                <a:gd name="csX5" fmla="*/ 115157 w 121824"/>
                <a:gd name="csY5" fmla="*/ 27337 h 194881"/>
                <a:gd name="csX6" fmla="*/ 115157 w 121824"/>
                <a:gd name="csY6" fmla="*/ 5429 h 194881"/>
                <a:gd name="csX7" fmla="*/ 113633 w 121824"/>
                <a:gd name="csY7" fmla="*/ 5048 h 194881"/>
                <a:gd name="csX8" fmla="*/ 62294 w 121824"/>
                <a:gd name="csY8" fmla="*/ 0 h 194881"/>
                <a:gd name="csX9" fmla="*/ 0 w 121824"/>
                <a:gd name="csY9" fmla="*/ 46672 h 194881"/>
                <a:gd name="csX10" fmla="*/ 39148 w 121824"/>
                <a:gd name="csY10" fmla="*/ 98393 h 194881"/>
                <a:gd name="csX11" fmla="*/ 70675 w 121824"/>
                <a:gd name="csY11" fmla="*/ 112586 h 194881"/>
                <a:gd name="csX12" fmla="*/ 94583 w 121824"/>
                <a:gd name="csY12" fmla="*/ 142780 h 194881"/>
                <a:gd name="csX13" fmla="*/ 58865 w 121824"/>
                <a:gd name="csY13" fmla="*/ 171069 h 194881"/>
                <a:gd name="csX14" fmla="*/ 6477 w 121824"/>
                <a:gd name="csY14" fmla="*/ 167830 h 194881"/>
                <a:gd name="csX15" fmla="*/ 4286 w 121824"/>
                <a:gd name="csY15" fmla="*/ 167545 h 194881"/>
                <a:gd name="csX16" fmla="*/ 4286 w 121824"/>
                <a:gd name="csY16" fmla="*/ 189262 h 194881"/>
                <a:gd name="csX17" fmla="*/ 5810 w 121824"/>
                <a:gd name="csY17" fmla="*/ 189643 h 194881"/>
                <a:gd name="csX18" fmla="*/ 58865 w 121824"/>
                <a:gd name="csY18" fmla="*/ 194881 h 194881"/>
                <a:gd name="csX19" fmla="*/ 121825 w 121824"/>
                <a:gd name="csY19" fmla="*/ 142780 h 194881"/>
                <a:gd name="csX20" fmla="*/ 82487 w 121824"/>
                <a:gd name="csY20" fmla="*/ 89535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824" h="194881">
                  <a:moveTo>
                    <a:pt x="82487" y="89535"/>
                  </a:moveTo>
                  <a:lnTo>
                    <a:pt x="50673" y="75628"/>
                  </a:lnTo>
                  <a:cubicBezTo>
                    <a:pt x="30670" y="66770"/>
                    <a:pt x="27051" y="58960"/>
                    <a:pt x="27051" y="46672"/>
                  </a:cubicBezTo>
                  <a:cubicBezTo>
                    <a:pt x="27051" y="30194"/>
                    <a:pt x="37147" y="23813"/>
                    <a:pt x="63055" y="23813"/>
                  </a:cubicBezTo>
                  <a:cubicBezTo>
                    <a:pt x="82772" y="23813"/>
                    <a:pt x="106204" y="26289"/>
                    <a:pt x="112967" y="27051"/>
                  </a:cubicBezTo>
                  <a:lnTo>
                    <a:pt x="115157" y="27337"/>
                  </a:lnTo>
                  <a:lnTo>
                    <a:pt x="115157" y="5429"/>
                  </a:lnTo>
                  <a:lnTo>
                    <a:pt x="113633" y="5048"/>
                  </a:lnTo>
                  <a:cubicBezTo>
                    <a:pt x="107251" y="3334"/>
                    <a:pt x="84868" y="0"/>
                    <a:pt x="62294" y="0"/>
                  </a:cubicBezTo>
                  <a:cubicBezTo>
                    <a:pt x="20383" y="0"/>
                    <a:pt x="0" y="15240"/>
                    <a:pt x="0" y="46672"/>
                  </a:cubicBezTo>
                  <a:cubicBezTo>
                    <a:pt x="0" y="71056"/>
                    <a:pt x="11335" y="86106"/>
                    <a:pt x="39148" y="98393"/>
                  </a:cubicBezTo>
                  <a:lnTo>
                    <a:pt x="70675" y="112586"/>
                  </a:lnTo>
                  <a:cubicBezTo>
                    <a:pt x="90869" y="121825"/>
                    <a:pt x="94583" y="130016"/>
                    <a:pt x="94583" y="142780"/>
                  </a:cubicBezTo>
                  <a:cubicBezTo>
                    <a:pt x="94583" y="162592"/>
                    <a:pt x="83915" y="171069"/>
                    <a:pt x="58865" y="171069"/>
                  </a:cubicBezTo>
                  <a:cubicBezTo>
                    <a:pt x="36195" y="171069"/>
                    <a:pt x="18097" y="169259"/>
                    <a:pt x="6477" y="167830"/>
                  </a:cubicBezTo>
                  <a:lnTo>
                    <a:pt x="4286" y="167545"/>
                  </a:lnTo>
                  <a:lnTo>
                    <a:pt x="4286" y="189262"/>
                  </a:lnTo>
                  <a:lnTo>
                    <a:pt x="5810" y="189643"/>
                  </a:lnTo>
                  <a:cubicBezTo>
                    <a:pt x="13145" y="191548"/>
                    <a:pt x="37147" y="194881"/>
                    <a:pt x="58865" y="194881"/>
                  </a:cubicBezTo>
                  <a:cubicBezTo>
                    <a:pt x="100108" y="194881"/>
                    <a:pt x="121825" y="176879"/>
                    <a:pt x="121825" y="142780"/>
                  </a:cubicBezTo>
                  <a:cubicBezTo>
                    <a:pt x="121825" y="117348"/>
                    <a:pt x="110490" y="101917"/>
                    <a:pt x="82487" y="895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8C1FC31-CA45-83C5-1DF6-A9A5D90079C3}"/>
                </a:ext>
              </a:extLst>
            </p:cNvPr>
            <p:cNvSpPr/>
            <p:nvPr/>
          </p:nvSpPr>
          <p:spPr>
            <a:xfrm>
              <a:off x="10527467" y="5690782"/>
              <a:ext cx="178879" cy="144017"/>
            </a:xfrm>
            <a:custGeom>
              <a:avLst/>
              <a:gdLst>
                <a:gd name="csX0" fmla="*/ 137065 w 178879"/>
                <a:gd name="csY0" fmla="*/ 0 h 144017"/>
                <a:gd name="csX1" fmla="*/ 95440 w 178879"/>
                <a:gd name="csY1" fmla="*/ 13906 h 144017"/>
                <a:gd name="csX2" fmla="*/ 64770 w 178879"/>
                <a:gd name="csY2" fmla="*/ 0 h 144017"/>
                <a:gd name="csX3" fmla="*/ 26098 w 178879"/>
                <a:gd name="csY3" fmla="*/ 12287 h 144017"/>
                <a:gd name="csX4" fmla="*/ 26098 w 178879"/>
                <a:gd name="csY4" fmla="*/ 3429 h 144017"/>
                <a:gd name="csX5" fmla="*/ 0 w 178879"/>
                <a:gd name="csY5" fmla="*/ 3429 h 144017"/>
                <a:gd name="csX6" fmla="*/ 0 w 178879"/>
                <a:gd name="csY6" fmla="*/ 144018 h 144017"/>
                <a:gd name="csX7" fmla="*/ 26098 w 178879"/>
                <a:gd name="csY7" fmla="*/ 144018 h 144017"/>
                <a:gd name="csX8" fmla="*/ 26098 w 178879"/>
                <a:gd name="csY8" fmla="*/ 34195 h 144017"/>
                <a:gd name="csX9" fmla="*/ 59626 w 178879"/>
                <a:gd name="csY9" fmla="*/ 23146 h 144017"/>
                <a:gd name="csX10" fmla="*/ 76295 w 178879"/>
                <a:gd name="csY10" fmla="*/ 51435 h 144017"/>
                <a:gd name="csX11" fmla="*/ 76295 w 178879"/>
                <a:gd name="csY11" fmla="*/ 144018 h 144017"/>
                <a:gd name="csX12" fmla="*/ 102584 w 178879"/>
                <a:gd name="csY12" fmla="*/ 144018 h 144017"/>
                <a:gd name="csX13" fmla="*/ 102584 w 178879"/>
                <a:gd name="csY13" fmla="*/ 51435 h 144017"/>
                <a:gd name="csX14" fmla="*/ 101727 w 178879"/>
                <a:gd name="csY14" fmla="*/ 33623 h 144017"/>
                <a:gd name="csX15" fmla="*/ 134112 w 178879"/>
                <a:gd name="csY15" fmla="*/ 23146 h 144017"/>
                <a:gd name="csX16" fmla="*/ 152495 w 178879"/>
                <a:gd name="csY16" fmla="*/ 51435 h 144017"/>
                <a:gd name="csX17" fmla="*/ 152495 w 178879"/>
                <a:gd name="csY17" fmla="*/ 144018 h 144017"/>
                <a:gd name="csX18" fmla="*/ 178879 w 178879"/>
                <a:gd name="csY18" fmla="*/ 144018 h 144017"/>
                <a:gd name="csX19" fmla="*/ 178879 w 178879"/>
                <a:gd name="csY19" fmla="*/ 51435 h 144017"/>
                <a:gd name="csX20" fmla="*/ 137160 w 178879"/>
                <a:gd name="csY20" fmla="*/ 0 h 14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8879" h="144017">
                  <a:moveTo>
                    <a:pt x="137065" y="0"/>
                  </a:moveTo>
                  <a:cubicBezTo>
                    <a:pt x="123825" y="0"/>
                    <a:pt x="110204" y="4572"/>
                    <a:pt x="95440" y="13906"/>
                  </a:cubicBezTo>
                  <a:cubicBezTo>
                    <a:pt x="89154" y="4572"/>
                    <a:pt x="79153" y="0"/>
                    <a:pt x="64770" y="0"/>
                  </a:cubicBezTo>
                  <a:cubicBezTo>
                    <a:pt x="48482" y="0"/>
                    <a:pt x="35147" y="6286"/>
                    <a:pt x="26098" y="12287"/>
                  </a:cubicBezTo>
                  <a:lnTo>
                    <a:pt x="26098" y="3429"/>
                  </a:lnTo>
                  <a:lnTo>
                    <a:pt x="0" y="3429"/>
                  </a:lnTo>
                  <a:lnTo>
                    <a:pt x="0" y="144018"/>
                  </a:lnTo>
                  <a:lnTo>
                    <a:pt x="26098" y="144018"/>
                  </a:lnTo>
                  <a:lnTo>
                    <a:pt x="26098" y="34195"/>
                  </a:lnTo>
                  <a:cubicBezTo>
                    <a:pt x="35338" y="29051"/>
                    <a:pt x="48292" y="23146"/>
                    <a:pt x="59626" y="23146"/>
                  </a:cubicBezTo>
                  <a:cubicBezTo>
                    <a:pt x="76295" y="23146"/>
                    <a:pt x="76295" y="32004"/>
                    <a:pt x="76295" y="51435"/>
                  </a:cubicBezTo>
                  <a:lnTo>
                    <a:pt x="76295" y="144018"/>
                  </a:lnTo>
                  <a:lnTo>
                    <a:pt x="102584" y="144018"/>
                  </a:lnTo>
                  <a:lnTo>
                    <a:pt x="102584" y="51435"/>
                  </a:lnTo>
                  <a:cubicBezTo>
                    <a:pt x="102584" y="45910"/>
                    <a:pt x="102584" y="39815"/>
                    <a:pt x="101727" y="33623"/>
                  </a:cubicBezTo>
                  <a:cubicBezTo>
                    <a:pt x="113252" y="27146"/>
                    <a:pt x="125540" y="23146"/>
                    <a:pt x="134112" y="23146"/>
                  </a:cubicBezTo>
                  <a:cubicBezTo>
                    <a:pt x="152495" y="23146"/>
                    <a:pt x="152495" y="32004"/>
                    <a:pt x="152495" y="51435"/>
                  </a:cubicBezTo>
                  <a:lnTo>
                    <a:pt x="152495" y="144018"/>
                  </a:lnTo>
                  <a:lnTo>
                    <a:pt x="178879" y="144018"/>
                  </a:lnTo>
                  <a:lnTo>
                    <a:pt x="178879" y="51435"/>
                  </a:lnTo>
                  <a:cubicBezTo>
                    <a:pt x="178879" y="30956"/>
                    <a:pt x="178879" y="0"/>
                    <a:pt x="13716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99F2494-1BB3-6778-A260-FA5BF47A3C6D}"/>
                </a:ext>
              </a:extLst>
            </p:cNvPr>
            <p:cNvSpPr/>
            <p:nvPr/>
          </p:nvSpPr>
          <p:spPr>
            <a:xfrm>
              <a:off x="10734826" y="5694211"/>
              <a:ext cx="26384" cy="140588"/>
            </a:xfrm>
            <a:custGeom>
              <a:avLst/>
              <a:gdLst>
                <a:gd name="csX0" fmla="*/ 0 w 26384"/>
                <a:gd name="csY0" fmla="*/ 140589 h 140588"/>
                <a:gd name="csX1" fmla="*/ 12573 w 26384"/>
                <a:gd name="csY1" fmla="*/ 140589 h 140588"/>
                <a:gd name="csX2" fmla="*/ 26384 w 26384"/>
                <a:gd name="csY2" fmla="*/ 140589 h 140588"/>
                <a:gd name="csX3" fmla="*/ 26384 w 26384"/>
                <a:gd name="csY3" fmla="*/ 61055 h 140588"/>
                <a:gd name="csX4" fmla="*/ 26384 w 26384"/>
                <a:gd name="csY4" fmla="*/ 0 h 140588"/>
                <a:gd name="csX5" fmla="*/ 13145 w 26384"/>
                <a:gd name="csY5" fmla="*/ 0 h 140588"/>
                <a:gd name="csX6" fmla="*/ 0 w 26384"/>
                <a:gd name="csY6" fmla="*/ 0 h 140588"/>
                <a:gd name="csX7" fmla="*/ 0 w 26384"/>
                <a:gd name="csY7" fmla="*/ 60769 h 140588"/>
                <a:gd name="csX8" fmla="*/ 0 w 26384"/>
                <a:gd name="csY8" fmla="*/ 140589 h 14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84" h="140588">
                  <a:moveTo>
                    <a:pt x="0" y="140589"/>
                  </a:moveTo>
                  <a:lnTo>
                    <a:pt x="12573" y="140589"/>
                  </a:lnTo>
                  <a:lnTo>
                    <a:pt x="26384" y="140589"/>
                  </a:lnTo>
                  <a:lnTo>
                    <a:pt x="26384" y="61055"/>
                  </a:lnTo>
                  <a:lnTo>
                    <a:pt x="26384" y="0"/>
                  </a:lnTo>
                  <a:lnTo>
                    <a:pt x="13145" y="0"/>
                  </a:lnTo>
                  <a:lnTo>
                    <a:pt x="0" y="0"/>
                  </a:lnTo>
                  <a:lnTo>
                    <a:pt x="0" y="60769"/>
                  </a:lnTo>
                  <a:lnTo>
                    <a:pt x="0" y="140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A3769E6-67B7-6266-DEF5-626C04F19A5C}"/>
                </a:ext>
              </a:extLst>
            </p:cNvPr>
            <p:cNvSpPr/>
            <p:nvPr/>
          </p:nvSpPr>
          <p:spPr>
            <a:xfrm>
              <a:off x="10779307" y="5658778"/>
              <a:ext cx="90297" cy="179546"/>
            </a:xfrm>
            <a:custGeom>
              <a:avLst/>
              <a:gdLst>
                <a:gd name="csX0" fmla="*/ 53912 w 90297"/>
                <a:gd name="csY0" fmla="*/ 0 h 179546"/>
                <a:gd name="csX1" fmla="*/ 27527 w 90297"/>
                <a:gd name="csY1" fmla="*/ 0 h 179546"/>
                <a:gd name="csX2" fmla="*/ 27527 w 90297"/>
                <a:gd name="csY2" fmla="*/ 35528 h 179546"/>
                <a:gd name="csX3" fmla="*/ 0 w 90297"/>
                <a:gd name="csY3" fmla="*/ 35528 h 179546"/>
                <a:gd name="csX4" fmla="*/ 0 w 90297"/>
                <a:gd name="csY4" fmla="*/ 56007 h 179546"/>
                <a:gd name="csX5" fmla="*/ 27527 w 90297"/>
                <a:gd name="csY5" fmla="*/ 58007 h 179546"/>
                <a:gd name="csX6" fmla="*/ 27527 w 90297"/>
                <a:gd name="csY6" fmla="*/ 142780 h 179546"/>
                <a:gd name="csX7" fmla="*/ 63246 w 90297"/>
                <a:gd name="csY7" fmla="*/ 179546 h 179546"/>
                <a:gd name="csX8" fmla="*/ 88964 w 90297"/>
                <a:gd name="csY8" fmla="*/ 175736 h 179546"/>
                <a:gd name="csX9" fmla="*/ 90297 w 90297"/>
                <a:gd name="csY9" fmla="*/ 175260 h 179546"/>
                <a:gd name="csX10" fmla="*/ 90297 w 90297"/>
                <a:gd name="csY10" fmla="*/ 156210 h 179546"/>
                <a:gd name="csX11" fmla="*/ 88106 w 90297"/>
                <a:gd name="csY11" fmla="*/ 156496 h 179546"/>
                <a:gd name="csX12" fmla="*/ 65723 w 90297"/>
                <a:gd name="csY12" fmla="*/ 157734 h 179546"/>
                <a:gd name="csX13" fmla="*/ 53816 w 90297"/>
                <a:gd name="csY13" fmla="*/ 141922 h 179546"/>
                <a:gd name="csX14" fmla="*/ 53816 w 90297"/>
                <a:gd name="csY14" fmla="*/ 58293 h 179546"/>
                <a:gd name="csX15" fmla="*/ 90297 w 90297"/>
                <a:gd name="csY15" fmla="*/ 58293 h 179546"/>
                <a:gd name="csX16" fmla="*/ 90297 w 90297"/>
                <a:gd name="csY16" fmla="*/ 35623 h 179546"/>
                <a:gd name="csX17" fmla="*/ 53816 w 90297"/>
                <a:gd name="csY17" fmla="*/ 35623 h 179546"/>
                <a:gd name="csX18" fmla="*/ 53816 w 90297"/>
                <a:gd name="csY18" fmla="*/ 95 h 179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97" h="179546">
                  <a:moveTo>
                    <a:pt x="53912" y="0"/>
                  </a:moveTo>
                  <a:lnTo>
                    <a:pt x="27527" y="0"/>
                  </a:lnTo>
                  <a:lnTo>
                    <a:pt x="27527" y="35528"/>
                  </a:lnTo>
                  <a:lnTo>
                    <a:pt x="0" y="35528"/>
                  </a:lnTo>
                  <a:lnTo>
                    <a:pt x="0" y="56007"/>
                  </a:lnTo>
                  <a:lnTo>
                    <a:pt x="27527" y="58007"/>
                  </a:lnTo>
                  <a:lnTo>
                    <a:pt x="27527" y="142780"/>
                  </a:lnTo>
                  <a:cubicBezTo>
                    <a:pt x="27527" y="169545"/>
                    <a:pt x="37243" y="179546"/>
                    <a:pt x="63246" y="179546"/>
                  </a:cubicBezTo>
                  <a:cubicBezTo>
                    <a:pt x="74105" y="179546"/>
                    <a:pt x="85249" y="176974"/>
                    <a:pt x="88964" y="175736"/>
                  </a:cubicBezTo>
                  <a:lnTo>
                    <a:pt x="90297" y="175260"/>
                  </a:lnTo>
                  <a:lnTo>
                    <a:pt x="90297" y="156210"/>
                  </a:lnTo>
                  <a:lnTo>
                    <a:pt x="88106" y="156496"/>
                  </a:lnTo>
                  <a:cubicBezTo>
                    <a:pt x="83725" y="156972"/>
                    <a:pt x="73152" y="157734"/>
                    <a:pt x="65723" y="157734"/>
                  </a:cubicBezTo>
                  <a:cubicBezTo>
                    <a:pt x="54674" y="157734"/>
                    <a:pt x="53816" y="156686"/>
                    <a:pt x="53816" y="141922"/>
                  </a:cubicBezTo>
                  <a:lnTo>
                    <a:pt x="53816" y="58293"/>
                  </a:lnTo>
                  <a:lnTo>
                    <a:pt x="90297" y="58293"/>
                  </a:lnTo>
                  <a:lnTo>
                    <a:pt x="90297" y="35623"/>
                  </a:lnTo>
                  <a:lnTo>
                    <a:pt x="53816" y="35623"/>
                  </a:lnTo>
                  <a:lnTo>
                    <a:pt x="53816" y="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B42B8C8-B0C4-E340-6409-8040E7741307}"/>
                </a:ext>
              </a:extLst>
            </p:cNvPr>
            <p:cNvSpPr/>
            <p:nvPr/>
          </p:nvSpPr>
          <p:spPr>
            <a:xfrm>
              <a:off x="10888559" y="5638585"/>
              <a:ext cx="114300" cy="196119"/>
            </a:xfrm>
            <a:custGeom>
              <a:avLst/>
              <a:gdLst>
                <a:gd name="csX0" fmla="*/ 68485 w 114300"/>
                <a:gd name="csY0" fmla="*/ 52197 h 196119"/>
                <a:gd name="csX1" fmla="*/ 26099 w 114300"/>
                <a:gd name="csY1" fmla="*/ 62103 h 196119"/>
                <a:gd name="csX2" fmla="*/ 26099 w 114300"/>
                <a:gd name="csY2" fmla="*/ 0 h 196119"/>
                <a:gd name="csX3" fmla="*/ 0 w 114300"/>
                <a:gd name="csY3" fmla="*/ 0 h 196119"/>
                <a:gd name="csX4" fmla="*/ 0 w 114300"/>
                <a:gd name="csY4" fmla="*/ 196120 h 196119"/>
                <a:gd name="csX5" fmla="*/ 26099 w 114300"/>
                <a:gd name="csY5" fmla="*/ 196120 h 196119"/>
                <a:gd name="csX6" fmla="*/ 26099 w 114300"/>
                <a:gd name="csY6" fmla="*/ 84391 h 196119"/>
                <a:gd name="csX7" fmla="*/ 64103 w 114300"/>
                <a:gd name="csY7" fmla="*/ 75438 h 196119"/>
                <a:gd name="csX8" fmla="*/ 87916 w 114300"/>
                <a:gd name="csY8" fmla="*/ 107632 h 196119"/>
                <a:gd name="csX9" fmla="*/ 87916 w 114300"/>
                <a:gd name="csY9" fmla="*/ 196025 h 196119"/>
                <a:gd name="csX10" fmla="*/ 114300 w 114300"/>
                <a:gd name="csY10" fmla="*/ 196025 h 196119"/>
                <a:gd name="csX11" fmla="*/ 114300 w 114300"/>
                <a:gd name="csY11" fmla="*/ 106870 h 196119"/>
                <a:gd name="csX12" fmla="*/ 68580 w 114300"/>
                <a:gd name="csY12" fmla="*/ 52006 h 196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300" h="196119">
                  <a:moveTo>
                    <a:pt x="68485" y="52197"/>
                  </a:moveTo>
                  <a:cubicBezTo>
                    <a:pt x="54197" y="52197"/>
                    <a:pt x="39910" y="55531"/>
                    <a:pt x="26099" y="62103"/>
                  </a:cubicBezTo>
                  <a:lnTo>
                    <a:pt x="26099" y="0"/>
                  </a:lnTo>
                  <a:lnTo>
                    <a:pt x="0" y="0"/>
                  </a:lnTo>
                  <a:lnTo>
                    <a:pt x="0" y="196120"/>
                  </a:lnTo>
                  <a:lnTo>
                    <a:pt x="26099" y="196120"/>
                  </a:lnTo>
                  <a:lnTo>
                    <a:pt x="26099" y="84391"/>
                  </a:lnTo>
                  <a:cubicBezTo>
                    <a:pt x="35624" y="80010"/>
                    <a:pt x="50197" y="75438"/>
                    <a:pt x="64103" y="75438"/>
                  </a:cubicBezTo>
                  <a:cubicBezTo>
                    <a:pt x="80201" y="75438"/>
                    <a:pt x="87916" y="80296"/>
                    <a:pt x="87916" y="107632"/>
                  </a:cubicBezTo>
                  <a:lnTo>
                    <a:pt x="87916" y="196025"/>
                  </a:lnTo>
                  <a:lnTo>
                    <a:pt x="114300" y="196025"/>
                  </a:lnTo>
                  <a:lnTo>
                    <a:pt x="114300" y="106870"/>
                  </a:lnTo>
                  <a:cubicBezTo>
                    <a:pt x="114300" y="69914"/>
                    <a:pt x="99346" y="52006"/>
                    <a:pt x="68580" y="520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0DF68DB-70F9-E0F0-072D-B6AF9BE4C63F}"/>
                </a:ext>
              </a:extLst>
            </p:cNvPr>
            <p:cNvSpPr/>
            <p:nvPr/>
          </p:nvSpPr>
          <p:spPr>
            <a:xfrm>
              <a:off x="10028357" y="5184719"/>
              <a:ext cx="441483" cy="236601"/>
            </a:xfrm>
            <a:custGeom>
              <a:avLst/>
              <a:gdLst>
                <a:gd name="csX0" fmla="*/ 236696 w 441483"/>
                <a:gd name="csY0" fmla="*/ 0 h 236601"/>
                <a:gd name="csX1" fmla="*/ 0 w 441483"/>
                <a:gd name="csY1" fmla="*/ 0 h 236601"/>
                <a:gd name="csX2" fmla="*/ 31718 w 441483"/>
                <a:gd name="csY2" fmla="*/ 118301 h 236601"/>
                <a:gd name="csX3" fmla="*/ 236601 w 441483"/>
                <a:gd name="csY3" fmla="*/ 236601 h 236601"/>
                <a:gd name="csX4" fmla="*/ 441484 w 441483"/>
                <a:gd name="csY4" fmla="*/ 118301 h 236601"/>
                <a:gd name="csX5" fmla="*/ 236696 w 441483"/>
                <a:gd name="csY5" fmla="*/ 0 h 236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1483" h="236601">
                  <a:moveTo>
                    <a:pt x="236696" y="0"/>
                  </a:moveTo>
                  <a:lnTo>
                    <a:pt x="0" y="0"/>
                  </a:lnTo>
                  <a:cubicBezTo>
                    <a:pt x="0" y="43148"/>
                    <a:pt x="11621" y="83534"/>
                    <a:pt x="31718" y="118301"/>
                  </a:cubicBezTo>
                  <a:cubicBezTo>
                    <a:pt x="72676" y="188976"/>
                    <a:pt x="149066" y="236601"/>
                    <a:pt x="236601" y="236601"/>
                  </a:cubicBezTo>
                  <a:cubicBezTo>
                    <a:pt x="324136" y="236601"/>
                    <a:pt x="400622" y="188976"/>
                    <a:pt x="441484" y="118301"/>
                  </a:cubicBezTo>
                  <a:cubicBezTo>
                    <a:pt x="400622" y="47625"/>
                    <a:pt x="324231" y="0"/>
                    <a:pt x="2366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F5C799D-7E95-0E74-1C8C-B0E060F454B2}"/>
                </a:ext>
              </a:extLst>
            </p:cNvPr>
            <p:cNvSpPr/>
            <p:nvPr/>
          </p:nvSpPr>
          <p:spPr>
            <a:xfrm>
              <a:off x="10028357" y="5303019"/>
              <a:ext cx="473297" cy="355092"/>
            </a:xfrm>
            <a:custGeom>
              <a:avLst/>
              <a:gdLst>
                <a:gd name="csX0" fmla="*/ 445389 w 473297"/>
                <a:gd name="csY0" fmla="*/ 6763 h 355092"/>
                <a:gd name="csX1" fmla="*/ 441674 w 473297"/>
                <a:gd name="csY1" fmla="*/ 0 h 355092"/>
                <a:gd name="csX2" fmla="*/ 247555 w 473297"/>
                <a:gd name="csY2" fmla="*/ 138684 h 355092"/>
                <a:gd name="csX3" fmla="*/ 247555 w 473297"/>
                <a:gd name="csY3" fmla="*/ 138684 h 355092"/>
                <a:gd name="csX4" fmla="*/ 42672 w 473297"/>
                <a:gd name="csY4" fmla="*/ 256985 h 355092"/>
                <a:gd name="csX5" fmla="*/ 0 w 473297"/>
                <a:gd name="csY5" fmla="*/ 353568 h 355092"/>
                <a:gd name="csX6" fmla="*/ 0 w 473297"/>
                <a:gd name="csY6" fmla="*/ 355092 h 355092"/>
                <a:gd name="csX7" fmla="*/ 236696 w 473297"/>
                <a:gd name="csY7" fmla="*/ 355092 h 355092"/>
                <a:gd name="csX8" fmla="*/ 441579 w 473297"/>
                <a:gd name="csY8" fmla="*/ 236791 h 355092"/>
                <a:gd name="csX9" fmla="*/ 473297 w 473297"/>
                <a:gd name="csY9" fmla="*/ 118491 h 355092"/>
                <a:gd name="csX10" fmla="*/ 445389 w 473297"/>
                <a:gd name="csY10" fmla="*/ 6953 h 355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3297" h="355092">
                  <a:moveTo>
                    <a:pt x="445389" y="6763"/>
                  </a:moveTo>
                  <a:cubicBezTo>
                    <a:pt x="444151" y="4382"/>
                    <a:pt x="442913" y="2191"/>
                    <a:pt x="441674" y="0"/>
                  </a:cubicBezTo>
                  <a:cubicBezTo>
                    <a:pt x="413957" y="84392"/>
                    <a:pt x="353759" y="138684"/>
                    <a:pt x="247555" y="138684"/>
                  </a:cubicBezTo>
                  <a:lnTo>
                    <a:pt x="247555" y="138684"/>
                  </a:lnTo>
                  <a:cubicBezTo>
                    <a:pt x="159925" y="138684"/>
                    <a:pt x="83534" y="186309"/>
                    <a:pt x="42672" y="256985"/>
                  </a:cubicBezTo>
                  <a:cubicBezTo>
                    <a:pt x="25813" y="285941"/>
                    <a:pt x="6287" y="318611"/>
                    <a:pt x="0" y="353568"/>
                  </a:cubicBezTo>
                  <a:cubicBezTo>
                    <a:pt x="0" y="354044"/>
                    <a:pt x="0" y="354616"/>
                    <a:pt x="0" y="355092"/>
                  </a:cubicBezTo>
                  <a:lnTo>
                    <a:pt x="236696" y="355092"/>
                  </a:lnTo>
                  <a:cubicBezTo>
                    <a:pt x="324231" y="355092"/>
                    <a:pt x="400717" y="307467"/>
                    <a:pt x="441579" y="236791"/>
                  </a:cubicBezTo>
                  <a:cubicBezTo>
                    <a:pt x="461677" y="201930"/>
                    <a:pt x="473297" y="161544"/>
                    <a:pt x="473297" y="118491"/>
                  </a:cubicBezTo>
                  <a:cubicBezTo>
                    <a:pt x="473297" y="78105"/>
                    <a:pt x="463201" y="40195"/>
                    <a:pt x="445389" y="695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FF442B-2AF6-FF4C-B708-ABFE1EA4FB2E}"/>
              </a:ext>
            </a:extLst>
          </p:cNvPr>
          <p:cNvSpPr txBox="1"/>
          <p:nvPr userDrawn="1"/>
        </p:nvSpPr>
        <p:spPr>
          <a:xfrm>
            <a:off x="12511610" y="1451443"/>
            <a:ext cx="20547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Use a speaker photo or an image that supports the quote.</a:t>
            </a:r>
          </a:p>
          <a:p>
            <a:endParaRPr lang="en-GB" sz="1200" dirty="0">
              <a:solidFill>
                <a:schemeClr val="accent1"/>
              </a:solidFill>
            </a:endParaRPr>
          </a:p>
          <a:p>
            <a:r>
              <a:rPr lang="en-GB" sz="1200" dirty="0">
                <a:solidFill>
                  <a:schemeClr val="accent1"/>
                </a:solidFill>
              </a:rPr>
              <a:t>Right‑click → Format Background. Under Picture Source select ‘Insert’ to locate your chosen image.</a:t>
            </a:r>
          </a:p>
          <a:p>
            <a:endParaRPr lang="en-GB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33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pergraphic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E2B03-E8CA-9275-0F0A-554A155F3C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FE8B97F-B4BC-2963-FC1D-0C822FB13D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528"/>
          <a:stretch>
            <a:fillRect/>
          </a:stretch>
        </p:blipFill>
        <p:spPr>
          <a:xfrm>
            <a:off x="6958012" y="-1"/>
            <a:ext cx="4781549" cy="57991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09FA38-D89A-20E1-87AE-2BA25FC0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E2BD9C-6482-472B-5999-A897ECA64248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3724214-C358-C279-8EF3-20955365B13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910513" y="1441450"/>
            <a:ext cx="2859086" cy="3900488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the ‘Insert Picture’ icon within this image placeholder to locate and place in your chosen image.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E9CDFC7-31B8-E8EF-1BFE-12C62FE50850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466726" y="1441450"/>
            <a:ext cx="5538788" cy="4695825"/>
          </a:xfrm>
        </p:spPr>
        <p:txBody>
          <a:bodyPr lIns="0">
            <a:normAutofit/>
          </a:bodyPr>
          <a:lstStyle>
            <a:lvl1pPr>
              <a:defRPr b="0">
                <a:solidFill>
                  <a:schemeClr val="tx1"/>
                </a:solidFill>
              </a:defRPr>
            </a:lvl1pPr>
            <a:lvl2pPr marL="180000" indent="-180000">
              <a:buFont typeface="Wingdings" panose="05000000000000000000" pitchFamily="2" charset="2"/>
              <a:buChar char="§"/>
              <a:defRPr/>
            </a:lvl2pPr>
            <a:lvl3pPr marL="360000">
              <a:buFont typeface="Weir Modern" pitchFamily="2" charset="0"/>
              <a:buChar char="–"/>
              <a:defRPr/>
            </a:lvl3pPr>
          </a:lstStyle>
          <a:p>
            <a:pPr lvl="0"/>
            <a:r>
              <a:rPr lang="en-US" dirty="0"/>
              <a:t>Click to insert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8CA898-3A45-8C26-C79E-F19E7132AD9F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3B36C65-7E25-C277-9185-181AA1FA35DE}"/>
              </a:ext>
            </a:extLst>
          </p:cNvPr>
          <p:cNvSpPr txBox="1"/>
          <p:nvPr userDrawn="1"/>
        </p:nvSpPr>
        <p:spPr>
          <a:xfrm>
            <a:off x="12397833" y="2326741"/>
            <a:ext cx="2054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A transparent PNG must be used here, such as a product cut out.</a:t>
            </a:r>
          </a:p>
        </p:txBody>
      </p:sp>
    </p:spTree>
    <p:extLst>
      <p:ext uri="{BB962C8B-B14F-4D97-AF65-F5344CB8AC3E}">
        <p14:creationId xmlns:p14="http://schemas.microsoft.com/office/powerpoint/2010/main" val="140160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ld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B171-4B0D-0B0F-A534-FAFB6138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92A282-6585-8E1E-5272-41E92E298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97BB23-C6ED-26EF-7B7B-1B051FAE2A7E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63C12C-4497-51DF-19E6-C1655B86E07C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4B2AA2F4-690B-6627-7ECC-B3DFECAEAC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8041" y="1439755"/>
            <a:ext cx="9095918" cy="494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8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ld Map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raphic 656">
            <a:extLst>
              <a:ext uri="{FF2B5EF4-FFF2-40B4-BE49-F238E27FC236}">
                <a16:creationId xmlns:a16="http://schemas.microsoft.com/office/drawing/2014/main" id="{941ECEB2-3394-69A5-5A88-B0C3A49531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8041" y="1439755"/>
            <a:ext cx="9095918" cy="49499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FCB171-4B0D-0B0F-A534-FAFB6138C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5553076" cy="4001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92A282-6585-8E1E-5272-41E92E298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97BB23-C6ED-26EF-7B7B-1B051FAE2A7E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63C12C-4497-51DF-19E6-C1655B86E07C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6" name="Picture 635">
            <a:extLst>
              <a:ext uri="{FF2B5EF4-FFF2-40B4-BE49-F238E27FC236}">
                <a16:creationId xmlns:a16="http://schemas.microsoft.com/office/drawing/2014/main" id="{4A31DA68-F190-25F4-902F-DE7418524D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13284" y="2530516"/>
            <a:ext cx="2892941" cy="2886034"/>
          </a:xfrm>
          <a:prstGeom prst="ellipse">
            <a:avLst/>
          </a:prstGeom>
          <a:ln w="6350">
            <a:solidFill>
              <a:schemeClr val="tx2"/>
            </a:solidFill>
          </a:ln>
        </p:spPr>
      </p:pic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EAA2538E-40B2-F9BF-EFC2-D4DADC90A138}"/>
              </a:ext>
            </a:extLst>
          </p:cNvPr>
          <p:cNvCxnSpPr>
            <a:cxnSpLocks/>
            <a:endCxn id="643" idx="6"/>
          </p:cNvCxnSpPr>
          <p:nvPr userDrawn="1"/>
        </p:nvCxnSpPr>
        <p:spPr>
          <a:xfrm flipH="1">
            <a:off x="6110290" y="3047205"/>
            <a:ext cx="30337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1" name="Oval 640">
            <a:extLst>
              <a:ext uri="{FF2B5EF4-FFF2-40B4-BE49-F238E27FC236}">
                <a16:creationId xmlns:a16="http://schemas.microsoft.com/office/drawing/2014/main" id="{71BB2CA7-F0EF-5875-747E-6A9C1ECACD97}"/>
              </a:ext>
            </a:extLst>
          </p:cNvPr>
          <p:cNvSpPr/>
          <p:nvPr userDrawn="1"/>
        </p:nvSpPr>
        <p:spPr>
          <a:xfrm>
            <a:off x="5302251" y="2296319"/>
            <a:ext cx="1501774" cy="1501772"/>
          </a:xfrm>
          <a:prstGeom prst="ellipse">
            <a:avLst/>
          </a:prstGeom>
          <a:solidFill>
            <a:schemeClr val="tx2"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6522CAEB-3A69-24C5-5743-B88ED5E88E8E}"/>
              </a:ext>
            </a:extLst>
          </p:cNvPr>
          <p:cNvSpPr/>
          <p:nvPr userDrawn="1"/>
        </p:nvSpPr>
        <p:spPr>
          <a:xfrm>
            <a:off x="5995986" y="2990053"/>
            <a:ext cx="114304" cy="114304"/>
          </a:xfrm>
          <a:prstGeom prst="ellipse">
            <a:avLst/>
          </a:prstGeom>
          <a:noFill/>
          <a:ln w="63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46" name="Picture 645">
            <a:extLst>
              <a:ext uri="{FF2B5EF4-FFF2-40B4-BE49-F238E27FC236}">
                <a16:creationId xmlns:a16="http://schemas.microsoft.com/office/drawing/2014/main" id="{066FD335-8EE8-584D-D975-9AC8FF4FDD0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4826" y="1589799"/>
            <a:ext cx="2170744" cy="2170742"/>
          </a:xfrm>
          <a:prstGeom prst="ellipse">
            <a:avLst/>
          </a:prstGeom>
          <a:ln w="6350">
            <a:solidFill>
              <a:srgbClr val="006963"/>
            </a:solidFill>
          </a:ln>
        </p:spPr>
      </p:pic>
      <p:sp>
        <p:nvSpPr>
          <p:cNvPr id="647" name="Oval 646">
            <a:extLst>
              <a:ext uri="{FF2B5EF4-FFF2-40B4-BE49-F238E27FC236}">
                <a16:creationId xmlns:a16="http://schemas.microsoft.com/office/drawing/2014/main" id="{0FABCBDB-1130-B7E5-D85B-847FA383DFFC}"/>
              </a:ext>
            </a:extLst>
          </p:cNvPr>
          <p:cNvSpPr/>
          <p:nvPr userDrawn="1"/>
        </p:nvSpPr>
        <p:spPr>
          <a:xfrm>
            <a:off x="3114827" y="3080911"/>
            <a:ext cx="971974" cy="971972"/>
          </a:xfrm>
          <a:prstGeom prst="ellipse">
            <a:avLst/>
          </a:prstGeom>
          <a:solidFill>
            <a:srgbClr val="006963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0CE21B0B-2799-5093-90E3-5F96DFF171AA}"/>
              </a:ext>
            </a:extLst>
          </p:cNvPr>
          <p:cNvCxnSpPr>
            <a:cxnSpLocks/>
            <a:stCxn id="654" idx="2"/>
          </p:cNvCxnSpPr>
          <p:nvPr userDrawn="1"/>
        </p:nvCxnSpPr>
        <p:spPr>
          <a:xfrm flipH="1">
            <a:off x="2178843" y="3566896"/>
            <a:ext cx="1364818" cy="0"/>
          </a:xfrm>
          <a:prstGeom prst="line">
            <a:avLst/>
          </a:prstGeom>
          <a:ln w="6350">
            <a:solidFill>
              <a:srgbClr val="0069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Oval 653">
            <a:extLst>
              <a:ext uri="{FF2B5EF4-FFF2-40B4-BE49-F238E27FC236}">
                <a16:creationId xmlns:a16="http://schemas.microsoft.com/office/drawing/2014/main" id="{3BD804E2-CDC4-2283-653B-97F63B61FF2F}"/>
              </a:ext>
            </a:extLst>
          </p:cNvPr>
          <p:cNvSpPr/>
          <p:nvPr userDrawn="1"/>
        </p:nvSpPr>
        <p:spPr>
          <a:xfrm>
            <a:off x="3543661" y="3509744"/>
            <a:ext cx="114304" cy="114304"/>
          </a:xfrm>
          <a:prstGeom prst="ellipse">
            <a:avLst/>
          </a:prstGeom>
          <a:noFill/>
          <a:ln w="6350">
            <a:solidFill>
              <a:srgbClr val="00696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58" name="Text Placeholder 50">
            <a:extLst>
              <a:ext uri="{FF2B5EF4-FFF2-40B4-BE49-F238E27FC236}">
                <a16:creationId xmlns:a16="http://schemas.microsoft.com/office/drawing/2014/main" id="{6EBEA0A0-7181-C29D-0D02-F27B14EAA5DC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8864600" y="1094780"/>
            <a:ext cx="2859088" cy="949737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>
                <a:solidFill>
                  <a:schemeClr val="tx1"/>
                </a:solidFill>
              </a:defRPr>
            </a:lvl1pPr>
            <a:lvl2pPr>
              <a:defRPr sz="11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60" name="Picture Placeholder 659">
            <a:extLst>
              <a:ext uri="{FF2B5EF4-FFF2-40B4-BE49-F238E27FC236}">
                <a16:creationId xmlns:a16="http://schemas.microsoft.com/office/drawing/2014/main" id="{44BB552E-3DC1-74AF-5F00-764852CF271E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8864600" y="476604"/>
            <a:ext cx="952500" cy="5111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65" name="Text Placeholder 50">
            <a:extLst>
              <a:ext uri="{FF2B5EF4-FFF2-40B4-BE49-F238E27FC236}">
                <a16:creationId xmlns:a16="http://schemas.microsoft.com/office/drawing/2014/main" id="{CD66FD6D-C72F-8A12-67A0-CCE3773B1D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6725" y="4556924"/>
            <a:ext cx="2859088" cy="949737"/>
          </a:xfrm>
        </p:spPr>
        <p:txBody>
          <a:bodyPr tIns="0" rIns="0" bIns="0"/>
          <a:lstStyle>
            <a:lvl1pPr>
              <a:spcAft>
                <a:spcPts val="400"/>
              </a:spcAft>
              <a:buNone/>
              <a:defRPr sz="1400">
                <a:solidFill>
                  <a:schemeClr val="tx1"/>
                </a:solidFill>
              </a:defRPr>
            </a:lvl1pPr>
            <a:lvl2pPr>
              <a:defRPr sz="11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66" name="Picture Placeholder 659">
            <a:extLst>
              <a:ext uri="{FF2B5EF4-FFF2-40B4-BE49-F238E27FC236}">
                <a16:creationId xmlns:a16="http://schemas.microsoft.com/office/drawing/2014/main" id="{70BCAF12-3CA4-6DB6-E143-F65785959B7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6725" y="3938748"/>
            <a:ext cx="952500" cy="5111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315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dership Team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Placeholder 72">
            <a:extLst>
              <a:ext uri="{FF2B5EF4-FFF2-40B4-BE49-F238E27FC236}">
                <a16:creationId xmlns:a16="http://schemas.microsoft.com/office/drawing/2014/main" id="{F0F60765-D3DC-1E54-B727-1C40B05163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6725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76" name="Text Placeholder 72">
            <a:extLst>
              <a:ext uri="{FF2B5EF4-FFF2-40B4-BE49-F238E27FC236}">
                <a16:creationId xmlns:a16="http://schemas.microsoft.com/office/drawing/2014/main" id="{D70F0F4B-73C0-6BBE-937B-8D298C8C38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58151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77" name="Text Placeholder 72">
            <a:extLst>
              <a:ext uri="{FF2B5EF4-FFF2-40B4-BE49-F238E27FC236}">
                <a16:creationId xmlns:a16="http://schemas.microsoft.com/office/drawing/2014/main" id="{AF5F30A0-C983-5E45-04BC-F68ED3A3DD9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9577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78" name="Text Placeholder 72">
            <a:extLst>
              <a:ext uri="{FF2B5EF4-FFF2-40B4-BE49-F238E27FC236}">
                <a16:creationId xmlns:a16="http://schemas.microsoft.com/office/drawing/2014/main" id="{BAE54AA9-EF38-96D3-91CE-C67313E0525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41003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0" name="Text Placeholder 72">
            <a:extLst>
              <a:ext uri="{FF2B5EF4-FFF2-40B4-BE49-F238E27FC236}">
                <a16:creationId xmlns:a16="http://schemas.microsoft.com/office/drawing/2014/main" id="{48C30BAB-D077-2324-BCE5-4F738895EE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869563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2" name="Text Placeholder 72">
            <a:extLst>
              <a:ext uri="{FF2B5EF4-FFF2-40B4-BE49-F238E27FC236}">
                <a16:creationId xmlns:a16="http://schemas.microsoft.com/office/drawing/2014/main" id="{2E21E270-33BF-1E88-B377-F729F83FE37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78142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3" name="Text Placeholder 72">
            <a:extLst>
              <a:ext uri="{FF2B5EF4-FFF2-40B4-BE49-F238E27FC236}">
                <a16:creationId xmlns:a16="http://schemas.microsoft.com/office/drawing/2014/main" id="{6289FA9E-5492-9A33-10E2-2565F9E1E3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12438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4" name="Text Placeholder 72">
            <a:extLst>
              <a:ext uri="{FF2B5EF4-FFF2-40B4-BE49-F238E27FC236}">
                <a16:creationId xmlns:a16="http://schemas.microsoft.com/office/drawing/2014/main" id="{E11989EB-A923-039F-894C-5B8B0AB84B6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03864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5" name="Text Placeholder 72">
            <a:extLst>
              <a:ext uri="{FF2B5EF4-FFF2-40B4-BE49-F238E27FC236}">
                <a16:creationId xmlns:a16="http://schemas.microsoft.com/office/drawing/2014/main" id="{FF962096-9F7D-1231-C465-DF62CBB74E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5290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6" name="Text Placeholder 72">
            <a:extLst>
              <a:ext uri="{FF2B5EF4-FFF2-40B4-BE49-F238E27FC236}">
                <a16:creationId xmlns:a16="http://schemas.microsoft.com/office/drawing/2014/main" id="{46EA0BE3-5D74-15DC-ECCE-15CA2143E0E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86716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7" name="Text Placeholder 72">
            <a:extLst>
              <a:ext uri="{FF2B5EF4-FFF2-40B4-BE49-F238E27FC236}">
                <a16:creationId xmlns:a16="http://schemas.microsoft.com/office/drawing/2014/main" id="{2159E202-74AE-436A-2EB9-AB206DBDC5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32429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88" name="Text Placeholder 72">
            <a:extLst>
              <a:ext uri="{FF2B5EF4-FFF2-40B4-BE49-F238E27FC236}">
                <a16:creationId xmlns:a16="http://schemas.microsoft.com/office/drawing/2014/main" id="{92D2058A-B0F3-F1E9-5B91-B7E23B31DCF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23855" y="3107825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74E07D-F799-1F09-D02E-E71F7A473797}"/>
              </a:ext>
            </a:extLst>
          </p:cNvPr>
          <p:cNvSpPr/>
          <p:nvPr userDrawn="1"/>
        </p:nvSpPr>
        <p:spPr>
          <a:xfrm>
            <a:off x="0" y="0"/>
            <a:ext cx="12192000" cy="25019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17CE6-2E72-0F0E-F01B-F269F3D0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43FEAB-D6D0-8C78-5D6E-98136C5A8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52891E-EF82-6E4C-5953-EC64EF7CF688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70654A-D31B-A8CF-A68A-5411436A80F1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F9051500-4E36-8E22-6EE1-E8358D472D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6725" y="1338265"/>
            <a:ext cx="979486" cy="979485"/>
          </a:xfrm>
          <a:prstGeom prst="ellipse">
            <a:avLst/>
          </a:pr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6" name="Picture Placeholder 53">
            <a:extLst>
              <a:ext uri="{FF2B5EF4-FFF2-40B4-BE49-F238E27FC236}">
                <a16:creationId xmlns:a16="http://schemas.microsoft.com/office/drawing/2014/main" id="{25925CF6-132E-1938-FB65-420366801B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4982" y="1338265"/>
            <a:ext cx="979486" cy="979485"/>
          </a:xfrm>
          <a:prstGeom prst="ellipse">
            <a:avLst/>
          </a:pr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9DCEC398-4BF2-39B3-35D4-A90D952097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6211" y="1529208"/>
            <a:ext cx="2392363" cy="597599"/>
          </a:xfrm>
        </p:spPr>
        <p:txBody>
          <a:bodyPr wrap="square" lIns="180000" tIns="0" rIns="252000" bIns="0" anchor="t" anchorCtr="0">
            <a:spAutoFit/>
          </a:bodyPr>
          <a:lstStyle>
            <a:lvl1pPr>
              <a:lnSpc>
                <a:spcPct val="100000"/>
              </a:lnSpc>
              <a:spcAft>
                <a:spcPts val="100"/>
              </a:spcAft>
              <a:defRPr sz="1200" b="1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200" b="0">
                <a:solidFill>
                  <a:schemeClr val="tx1"/>
                </a:solidFill>
              </a:defRPr>
            </a:lvl2pPr>
            <a:lvl3pPr>
              <a:buNone/>
              <a:defRPr sz="900" b="1" spc="30" baseline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/ job position</a:t>
            </a:r>
          </a:p>
          <a:p>
            <a:pPr lvl="2"/>
            <a:r>
              <a:rPr lang="en-US" dirty="0"/>
              <a:t>REGION</a:t>
            </a:r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746CEC43-81B2-5CF4-ABCC-35ECED8B45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24468" y="1529208"/>
            <a:ext cx="2392363" cy="597599"/>
          </a:xfrm>
        </p:spPr>
        <p:txBody>
          <a:bodyPr wrap="square" lIns="180000" tIns="0" rIns="252000" bIns="0" anchor="t" anchorCtr="0">
            <a:spAutoFit/>
          </a:bodyPr>
          <a:lstStyle>
            <a:lvl1pPr>
              <a:lnSpc>
                <a:spcPct val="100000"/>
              </a:lnSpc>
              <a:spcAft>
                <a:spcPts val="100"/>
              </a:spcAft>
              <a:defRPr sz="1200" b="1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200" b="0">
                <a:solidFill>
                  <a:schemeClr val="tx1"/>
                </a:solidFill>
              </a:defRPr>
            </a:lvl2pPr>
            <a:lvl3pPr>
              <a:buNone/>
              <a:defRPr sz="900" b="1" spc="30" baseline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Role / job position</a:t>
            </a:r>
          </a:p>
          <a:p>
            <a:pPr lvl="2"/>
            <a:r>
              <a:rPr lang="en-US" dirty="0"/>
              <a:t>REGION</a:t>
            </a:r>
          </a:p>
        </p:txBody>
      </p:sp>
      <p:sp>
        <p:nvSpPr>
          <p:cNvPr id="59" name="Picture Placeholder 53">
            <a:extLst>
              <a:ext uri="{FF2B5EF4-FFF2-40B4-BE49-F238E27FC236}">
                <a16:creationId xmlns:a16="http://schemas.microsoft.com/office/drawing/2014/main" id="{B38AD012-C6A6-0D6A-19CF-AB2A6C2A9B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9466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0" name="Picture Placeholder 53">
            <a:extLst>
              <a:ext uri="{FF2B5EF4-FFF2-40B4-BE49-F238E27FC236}">
                <a16:creationId xmlns:a16="http://schemas.microsoft.com/office/drawing/2014/main" id="{06F81FAF-5DA4-F29B-369E-2891B51316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575179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1" name="Picture Placeholder 53">
            <a:extLst>
              <a:ext uri="{FF2B5EF4-FFF2-40B4-BE49-F238E27FC236}">
                <a16:creationId xmlns:a16="http://schemas.microsoft.com/office/drawing/2014/main" id="{940EA952-CECB-03A7-7D63-65D1F5E095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20892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2" name="Text Placeholder 72">
            <a:extLst>
              <a:ext uri="{FF2B5EF4-FFF2-40B4-BE49-F238E27FC236}">
                <a16:creationId xmlns:a16="http://schemas.microsoft.com/office/drawing/2014/main" id="{696D0617-F463-6F2E-0C2F-4CD3BAD42C5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66725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62" name="Picture Placeholder 53">
            <a:extLst>
              <a:ext uri="{FF2B5EF4-FFF2-40B4-BE49-F238E27FC236}">
                <a16:creationId xmlns:a16="http://schemas.microsoft.com/office/drawing/2014/main" id="{D1939E86-7B57-62E8-A150-C870EE2E639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66605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3" name="Picture Placeholder 53">
            <a:extLst>
              <a:ext uri="{FF2B5EF4-FFF2-40B4-BE49-F238E27FC236}">
                <a16:creationId xmlns:a16="http://schemas.microsoft.com/office/drawing/2014/main" id="{D695A148-B05F-F5C1-4F1F-3EF43867EFF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412318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4" name="Picture Placeholder 53">
            <a:extLst>
              <a:ext uri="{FF2B5EF4-FFF2-40B4-BE49-F238E27FC236}">
                <a16:creationId xmlns:a16="http://schemas.microsoft.com/office/drawing/2014/main" id="{DDF6CD44-2FC1-87A6-B563-CA218C541B4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58031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6" name="Picture Placeholder 53">
            <a:extLst>
              <a:ext uri="{FF2B5EF4-FFF2-40B4-BE49-F238E27FC236}">
                <a16:creationId xmlns:a16="http://schemas.microsoft.com/office/drawing/2014/main" id="{815A5FF0-3E26-38D8-2CC7-050B189B25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03744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7" name="Picture Placeholder 53">
            <a:extLst>
              <a:ext uri="{FF2B5EF4-FFF2-40B4-BE49-F238E27FC236}">
                <a16:creationId xmlns:a16="http://schemas.microsoft.com/office/drawing/2014/main" id="{64AC47B2-555D-D7EA-3A0E-DCB56D9F061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249457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8" name="Picture Placeholder 53">
            <a:extLst>
              <a:ext uri="{FF2B5EF4-FFF2-40B4-BE49-F238E27FC236}">
                <a16:creationId xmlns:a16="http://schemas.microsoft.com/office/drawing/2014/main" id="{9ECAC961-AA51-100F-8580-8B66E3A063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95170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9" name="Picture Placeholder 53">
            <a:extLst>
              <a:ext uri="{FF2B5EF4-FFF2-40B4-BE49-F238E27FC236}">
                <a16:creationId xmlns:a16="http://schemas.microsoft.com/office/drawing/2014/main" id="{234CBA37-CD40-226D-8A61-416AC652E3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40883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0" name="Picture Placeholder 53">
            <a:extLst>
              <a:ext uri="{FF2B5EF4-FFF2-40B4-BE49-F238E27FC236}">
                <a16:creationId xmlns:a16="http://schemas.microsoft.com/office/drawing/2014/main" id="{8A61E0B4-8867-3938-E32A-C402E348055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086596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1" name="Picture Placeholder 53">
            <a:extLst>
              <a:ext uri="{FF2B5EF4-FFF2-40B4-BE49-F238E27FC236}">
                <a16:creationId xmlns:a16="http://schemas.microsoft.com/office/drawing/2014/main" id="{036CD419-800D-86F6-5934-99A601413C7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032304" y="2842712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9" name="Picture Placeholder 53">
            <a:extLst>
              <a:ext uri="{FF2B5EF4-FFF2-40B4-BE49-F238E27FC236}">
                <a16:creationId xmlns:a16="http://schemas.microsoft.com/office/drawing/2014/main" id="{AD3B002D-2844-5F2D-A9DE-58CC8448D70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9466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4" name="Text Placeholder 72">
            <a:extLst>
              <a:ext uri="{FF2B5EF4-FFF2-40B4-BE49-F238E27FC236}">
                <a16:creationId xmlns:a16="http://schemas.microsoft.com/office/drawing/2014/main" id="{AE7D5B0F-004C-740A-7220-784F5D7BF5B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086716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5" name="Text Placeholder 72">
            <a:extLst>
              <a:ext uri="{FF2B5EF4-FFF2-40B4-BE49-F238E27FC236}">
                <a16:creationId xmlns:a16="http://schemas.microsoft.com/office/drawing/2014/main" id="{3CFB1EBD-AB3D-9C13-3E0A-107029A71C6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58151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6" name="Text Placeholder 72">
            <a:extLst>
              <a:ext uri="{FF2B5EF4-FFF2-40B4-BE49-F238E27FC236}">
                <a16:creationId xmlns:a16="http://schemas.microsoft.com/office/drawing/2014/main" id="{218358DA-A6AA-6F0C-C4CB-02B4A50202B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49577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7" name="Text Placeholder 72">
            <a:extLst>
              <a:ext uri="{FF2B5EF4-FFF2-40B4-BE49-F238E27FC236}">
                <a16:creationId xmlns:a16="http://schemas.microsoft.com/office/drawing/2014/main" id="{06A11386-2FC8-A788-6B5A-C0697DE1D74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41003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8" name="Text Placeholder 72">
            <a:extLst>
              <a:ext uri="{FF2B5EF4-FFF2-40B4-BE49-F238E27FC236}">
                <a16:creationId xmlns:a16="http://schemas.microsoft.com/office/drawing/2014/main" id="{92F8D0A2-8B0B-894F-FBD9-5D0791C8360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12438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99" name="Text Placeholder 72">
            <a:extLst>
              <a:ext uri="{FF2B5EF4-FFF2-40B4-BE49-F238E27FC236}">
                <a16:creationId xmlns:a16="http://schemas.microsoft.com/office/drawing/2014/main" id="{1F678092-147A-8A7B-35D9-85FB8CCF3E2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03864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100" name="Text Placeholder 72">
            <a:extLst>
              <a:ext uri="{FF2B5EF4-FFF2-40B4-BE49-F238E27FC236}">
                <a16:creationId xmlns:a16="http://schemas.microsoft.com/office/drawing/2014/main" id="{24A02FB9-31AA-9BFA-D6A5-0723A35F690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95290" y="4813538"/>
            <a:ext cx="855708" cy="1087200"/>
          </a:xfrm>
          <a:solidFill>
            <a:schemeClr val="bg1"/>
          </a:solidFill>
        </p:spPr>
        <p:txBody>
          <a:bodyPr lIns="72000" tIns="360000" rIns="72000" bIns="72000">
            <a:noAutofit/>
          </a:bodyPr>
          <a:lstStyle>
            <a:lvl1pPr>
              <a:spcAft>
                <a:spcPts val="200"/>
              </a:spcAft>
              <a:defRPr sz="700"/>
            </a:lvl1pPr>
            <a:lvl2pPr>
              <a:defRPr sz="7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en-US" dirty="0"/>
              <a:t>Full Name</a:t>
            </a:r>
          </a:p>
          <a:p>
            <a:pPr lvl="1"/>
            <a:r>
              <a:rPr lang="en-US" dirty="0"/>
              <a:t>Job position</a:t>
            </a:r>
          </a:p>
        </p:txBody>
      </p:sp>
      <p:sp>
        <p:nvSpPr>
          <p:cNvPr id="101" name="Picture Placeholder 53">
            <a:extLst>
              <a:ext uri="{FF2B5EF4-FFF2-40B4-BE49-F238E27FC236}">
                <a16:creationId xmlns:a16="http://schemas.microsoft.com/office/drawing/2014/main" id="{4A781CD5-3869-7CBA-5C24-7E51AF85F88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575179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2" name="Picture Placeholder 53">
            <a:extLst>
              <a:ext uri="{FF2B5EF4-FFF2-40B4-BE49-F238E27FC236}">
                <a16:creationId xmlns:a16="http://schemas.microsoft.com/office/drawing/2014/main" id="{8BE08B4F-5448-C0CA-3400-7DE4694AAF5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2520892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3" name="Picture Placeholder 53">
            <a:extLst>
              <a:ext uri="{FF2B5EF4-FFF2-40B4-BE49-F238E27FC236}">
                <a16:creationId xmlns:a16="http://schemas.microsoft.com/office/drawing/2014/main" id="{7084D1CE-F9D4-FDA3-805C-58AC5116A8E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466605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4" name="Picture Placeholder 53">
            <a:extLst>
              <a:ext uri="{FF2B5EF4-FFF2-40B4-BE49-F238E27FC236}">
                <a16:creationId xmlns:a16="http://schemas.microsoft.com/office/drawing/2014/main" id="{DA6D3C95-65E9-A94C-72FC-8BA84AB1DA7B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412318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5" name="Picture Placeholder 53">
            <a:extLst>
              <a:ext uri="{FF2B5EF4-FFF2-40B4-BE49-F238E27FC236}">
                <a16:creationId xmlns:a16="http://schemas.microsoft.com/office/drawing/2014/main" id="{09558C7C-E4D8-0FF8-0F27-00A57AB514CC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5358031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6" name="Picture Placeholder 53">
            <a:extLst>
              <a:ext uri="{FF2B5EF4-FFF2-40B4-BE49-F238E27FC236}">
                <a16:creationId xmlns:a16="http://schemas.microsoft.com/office/drawing/2014/main" id="{7684541C-7959-8501-07BA-329F06649C08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303744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7" name="Picture Placeholder 53">
            <a:extLst>
              <a:ext uri="{FF2B5EF4-FFF2-40B4-BE49-F238E27FC236}">
                <a16:creationId xmlns:a16="http://schemas.microsoft.com/office/drawing/2014/main" id="{971210B8-53C2-6FD5-B64F-3F88C212A68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7249457" y="4548425"/>
            <a:ext cx="530226" cy="5302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88B907-AFFD-02E9-FDD9-2463795AB629}"/>
              </a:ext>
            </a:extLst>
          </p:cNvPr>
          <p:cNvSpPr txBox="1"/>
          <p:nvPr userDrawn="1"/>
        </p:nvSpPr>
        <p:spPr>
          <a:xfrm>
            <a:off x="12397833" y="2326741"/>
            <a:ext cx="20547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If more team members are needed, simply Copy and Paste existing placeholders. </a:t>
            </a:r>
          </a:p>
          <a:p>
            <a:r>
              <a:rPr lang="en-GB" sz="1200" dirty="0">
                <a:solidFill>
                  <a:schemeClr val="accent1"/>
                </a:solidFill>
              </a:rPr>
              <a:t>If fewer are needed, delete unused placeholders.</a:t>
            </a:r>
          </a:p>
        </p:txBody>
      </p:sp>
    </p:spTree>
    <p:extLst>
      <p:ext uri="{BB962C8B-B14F-4D97-AF65-F5344CB8AC3E}">
        <p14:creationId xmlns:p14="http://schemas.microsoft.com/office/powerpoint/2010/main" val="66414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 Purpos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CEDFFE0-2318-F6A1-0D59-8D3DEC873EE1}"/>
              </a:ext>
            </a:extLst>
          </p:cNvPr>
          <p:cNvSpPr/>
          <p:nvPr userDrawn="1"/>
        </p:nvSpPr>
        <p:spPr>
          <a:xfrm rot="16200000">
            <a:off x="4533001" y="-800999"/>
            <a:ext cx="3125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18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4AF69-04C7-C96B-FCCF-A4C0678E49A2}"/>
              </a:ext>
            </a:extLst>
          </p:cNvPr>
          <p:cNvSpPr txBox="1"/>
          <p:nvPr userDrawn="1"/>
        </p:nvSpPr>
        <p:spPr>
          <a:xfrm>
            <a:off x="466725" y="387350"/>
            <a:ext cx="6192262" cy="400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600" dirty="0">
                <a:solidFill>
                  <a:schemeClr val="bg1"/>
                </a:solidFill>
              </a:rPr>
              <a:t>Our purpose</a:t>
            </a:r>
            <a:endParaRPr lang="en-US" sz="26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4B8618-F710-5930-E2B2-722EA71DF522}"/>
              </a:ext>
            </a:extLst>
          </p:cNvPr>
          <p:cNvCxnSpPr>
            <a:cxnSpLocks/>
          </p:cNvCxnSpPr>
          <p:nvPr userDrawn="1"/>
        </p:nvCxnSpPr>
        <p:spPr>
          <a:xfrm>
            <a:off x="11723688" y="240417"/>
            <a:ext cx="468312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EECD4C6-E583-35E7-7F40-31DE29E4637D}"/>
              </a:ext>
            </a:extLst>
          </p:cNvPr>
          <p:cNvSpPr txBox="1"/>
          <p:nvPr userDrawn="1"/>
        </p:nvSpPr>
        <p:spPr>
          <a:xfrm>
            <a:off x="404221" y="2227317"/>
            <a:ext cx="9440041" cy="17543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5700" b="1" spc="-30" baseline="0" dirty="0">
                <a:solidFill>
                  <a:schemeClr val="bg1"/>
                </a:solidFill>
              </a:rPr>
              <a:t>Redefining Packaging</a:t>
            </a:r>
            <a:br>
              <a:rPr lang="en-GB" sz="5700" b="1" spc="-30" baseline="0" dirty="0">
                <a:solidFill>
                  <a:schemeClr val="bg1"/>
                </a:solidFill>
              </a:rPr>
            </a:br>
            <a:r>
              <a:rPr lang="en-GB" sz="5700" b="1" spc="-30" baseline="0" dirty="0">
                <a:solidFill>
                  <a:schemeClr val="bg1"/>
                </a:solidFill>
              </a:rPr>
              <a:t>for a Changing World </a:t>
            </a:r>
            <a:endParaRPr lang="en-GB" sz="5700" spc="-30" baseline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0C8088-3E18-6FA0-B7E0-9B7BA38C3DD5}"/>
              </a:ext>
            </a:extLst>
          </p:cNvPr>
          <p:cNvSpPr/>
          <p:nvPr userDrawn="1"/>
        </p:nvSpPr>
        <p:spPr>
          <a:xfrm>
            <a:off x="-1" y="6793706"/>
            <a:ext cx="12192001" cy="642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5690A3-F9EE-1CAA-A8A4-CA994CAB4254}"/>
              </a:ext>
            </a:extLst>
          </p:cNvPr>
          <p:cNvCxnSpPr>
            <a:cxnSpLocks/>
          </p:cNvCxnSpPr>
          <p:nvPr userDrawn="1"/>
        </p:nvCxnSpPr>
        <p:spPr>
          <a:xfrm>
            <a:off x="466725" y="1137354"/>
            <a:ext cx="954088" cy="0"/>
          </a:xfrm>
          <a:prstGeom prst="line">
            <a:avLst/>
          </a:prstGeom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DDD0D36-CC25-2420-C53A-968A2C82EA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725" y="5125801"/>
            <a:ext cx="5602290" cy="1015663"/>
          </a:xfrm>
        </p:spPr>
        <p:txBody>
          <a:bodyPr wrap="square" anchor="b" anchorCtr="0">
            <a:sp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Verdana" panose="020B0604030504040204" pitchFamily="34" charset="0"/>
              <a:buChar char="●"/>
              <a:defRPr sz="1400" b="0">
                <a:solidFill>
                  <a:schemeClr val="bg1"/>
                </a:solidFill>
              </a:defRPr>
            </a:lvl1pPr>
            <a:lvl2pPr marL="216000" indent="-216000">
              <a:buNone/>
              <a:defRPr>
                <a:solidFill>
                  <a:schemeClr val="bg1"/>
                </a:solidFill>
              </a:defRPr>
            </a:lvl2pPr>
            <a:lvl3pPr marL="216000" indent="-216000">
              <a:defRPr>
                <a:solidFill>
                  <a:schemeClr val="bg1"/>
                </a:solidFill>
              </a:defRPr>
            </a:lvl3pPr>
            <a:lvl4pPr marL="216000" indent="-216000">
              <a:defRPr>
                <a:solidFill>
                  <a:schemeClr val="bg1"/>
                </a:solidFill>
              </a:defRPr>
            </a:lvl4pPr>
            <a:lvl5pPr marL="216000" indent="-21600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Bullet level one</a:t>
            </a:r>
          </a:p>
          <a:p>
            <a:pPr lvl="0"/>
            <a:r>
              <a:rPr lang="en-US" dirty="0"/>
              <a:t>Bullet level two</a:t>
            </a:r>
          </a:p>
          <a:p>
            <a:pPr lvl="0"/>
            <a:r>
              <a:rPr lang="en-US" dirty="0"/>
              <a:t>Bullet level three</a:t>
            </a:r>
          </a:p>
          <a:p>
            <a:pPr lvl="0"/>
            <a:r>
              <a:rPr lang="en-US" dirty="0"/>
              <a:t>Bullet level four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6F1FC5-C1C9-1CDB-A3C3-97F9D26B8743}"/>
              </a:ext>
            </a:extLst>
          </p:cNvPr>
          <p:cNvSpPr txBox="1"/>
          <p:nvPr userDrawn="1"/>
        </p:nvSpPr>
        <p:spPr>
          <a:xfrm>
            <a:off x="224476" y="6455078"/>
            <a:ext cx="37820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>
                <a:solidFill>
                  <a:schemeClr val="bg1"/>
                </a:solidFill>
              </a:rPr>
              <a:t>Private &amp; Confidential © DS Smith Ltd     www.dssmith.com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B15330A-E892-4E27-7694-73B3A211DF1A}"/>
              </a:ext>
            </a:extLst>
          </p:cNvPr>
          <p:cNvSpPr/>
          <p:nvPr userDrawn="1"/>
        </p:nvSpPr>
        <p:spPr>
          <a:xfrm>
            <a:off x="466726" y="1828749"/>
            <a:ext cx="408048" cy="408039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4A562F3-D002-16FC-00AC-F14A6722BB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A6B33C-8CE8-42E3-8E60-F5ECE3D1A841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6CB3344-4E0A-6D3B-93ED-0027E69B2CD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327534" y="6137386"/>
            <a:ext cx="629765" cy="422388"/>
            <a:chOff x="10028357" y="5184719"/>
            <a:chExt cx="974502" cy="653605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4E038FD0-7206-40FE-E2EB-A99592ACD044}"/>
                </a:ext>
              </a:extLst>
            </p:cNvPr>
            <p:cNvSpPr/>
            <p:nvPr/>
          </p:nvSpPr>
          <p:spPr>
            <a:xfrm>
              <a:off x="10528038" y="5469707"/>
              <a:ext cx="136588" cy="188404"/>
            </a:xfrm>
            <a:custGeom>
              <a:avLst/>
              <a:gdLst>
                <a:gd name="csX0" fmla="*/ 136589 w 136588"/>
                <a:gd name="csY0" fmla="*/ 108966 h 188404"/>
                <a:gd name="csX1" fmla="*/ 136589 w 136588"/>
                <a:gd name="csY1" fmla="*/ 78962 h 188404"/>
                <a:gd name="csX2" fmla="*/ 53626 w 136588"/>
                <a:gd name="csY2" fmla="*/ 0 h 188404"/>
                <a:gd name="csX3" fmla="*/ 0 w 136588"/>
                <a:gd name="csY3" fmla="*/ 0 h 188404"/>
                <a:gd name="csX4" fmla="*/ 0 w 136588"/>
                <a:gd name="csY4" fmla="*/ 188405 h 188404"/>
                <a:gd name="csX5" fmla="*/ 53626 w 136588"/>
                <a:gd name="csY5" fmla="*/ 188405 h 188404"/>
                <a:gd name="csX6" fmla="*/ 136589 w 136588"/>
                <a:gd name="csY6" fmla="*/ 108966 h 188404"/>
                <a:gd name="csX7" fmla="*/ 51626 w 136588"/>
                <a:gd name="csY7" fmla="*/ 24289 h 188404"/>
                <a:gd name="csX8" fmla="*/ 109442 w 136588"/>
                <a:gd name="csY8" fmla="*/ 78867 h 188404"/>
                <a:gd name="csX9" fmla="*/ 109442 w 136588"/>
                <a:gd name="csY9" fmla="*/ 108871 h 188404"/>
                <a:gd name="csX10" fmla="*/ 51626 w 136588"/>
                <a:gd name="csY10" fmla="*/ 164211 h 188404"/>
                <a:gd name="csX11" fmla="*/ 26860 w 136588"/>
                <a:gd name="csY11" fmla="*/ 164211 h 188404"/>
                <a:gd name="csX12" fmla="*/ 26860 w 136588"/>
                <a:gd name="csY12" fmla="*/ 24193 h 188404"/>
                <a:gd name="csX13" fmla="*/ 51626 w 136588"/>
                <a:gd name="csY13" fmla="*/ 24193 h 188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6588" h="188404">
                  <a:moveTo>
                    <a:pt x="136589" y="108966"/>
                  </a:moveTo>
                  <a:lnTo>
                    <a:pt x="136589" y="78962"/>
                  </a:lnTo>
                  <a:cubicBezTo>
                    <a:pt x="136589" y="27337"/>
                    <a:pt x="107918" y="0"/>
                    <a:pt x="53626" y="0"/>
                  </a:cubicBezTo>
                  <a:lnTo>
                    <a:pt x="0" y="0"/>
                  </a:lnTo>
                  <a:lnTo>
                    <a:pt x="0" y="188405"/>
                  </a:lnTo>
                  <a:lnTo>
                    <a:pt x="53626" y="188405"/>
                  </a:lnTo>
                  <a:cubicBezTo>
                    <a:pt x="108680" y="188405"/>
                    <a:pt x="136589" y="161639"/>
                    <a:pt x="136589" y="108966"/>
                  </a:cubicBezTo>
                  <a:close/>
                  <a:moveTo>
                    <a:pt x="51626" y="24289"/>
                  </a:moveTo>
                  <a:cubicBezTo>
                    <a:pt x="92678" y="24289"/>
                    <a:pt x="109442" y="40100"/>
                    <a:pt x="109442" y="78867"/>
                  </a:cubicBezTo>
                  <a:lnTo>
                    <a:pt x="109442" y="108871"/>
                  </a:lnTo>
                  <a:cubicBezTo>
                    <a:pt x="109442" y="147637"/>
                    <a:pt x="92107" y="164211"/>
                    <a:pt x="51626" y="164211"/>
                  </a:cubicBezTo>
                  <a:lnTo>
                    <a:pt x="26860" y="164211"/>
                  </a:lnTo>
                  <a:lnTo>
                    <a:pt x="26860" y="24193"/>
                  </a:lnTo>
                  <a:lnTo>
                    <a:pt x="51626" y="24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BC3AB35-F741-D482-41AB-FA567B2A54D1}"/>
                </a:ext>
              </a:extLst>
            </p:cNvPr>
            <p:cNvSpPr/>
            <p:nvPr/>
          </p:nvSpPr>
          <p:spPr>
            <a:xfrm>
              <a:off x="10681200" y="5466659"/>
              <a:ext cx="122110" cy="194881"/>
            </a:xfrm>
            <a:custGeom>
              <a:avLst/>
              <a:gdLst>
                <a:gd name="csX0" fmla="*/ 39529 w 122110"/>
                <a:gd name="csY0" fmla="*/ 98393 h 194881"/>
                <a:gd name="csX1" fmla="*/ 71056 w 122110"/>
                <a:gd name="csY1" fmla="*/ 112585 h 194881"/>
                <a:gd name="csX2" fmla="*/ 94964 w 122110"/>
                <a:gd name="csY2" fmla="*/ 142780 h 194881"/>
                <a:gd name="csX3" fmla="*/ 59150 w 122110"/>
                <a:gd name="csY3" fmla="*/ 171069 h 194881"/>
                <a:gd name="csX4" fmla="*/ 6667 w 122110"/>
                <a:gd name="csY4" fmla="*/ 167831 h 194881"/>
                <a:gd name="csX5" fmla="*/ 4381 w 122110"/>
                <a:gd name="csY5" fmla="*/ 167545 h 194881"/>
                <a:gd name="csX6" fmla="*/ 4381 w 122110"/>
                <a:gd name="csY6" fmla="*/ 189166 h 194881"/>
                <a:gd name="csX7" fmla="*/ 5906 w 122110"/>
                <a:gd name="csY7" fmla="*/ 189548 h 194881"/>
                <a:gd name="csX8" fmla="*/ 59055 w 122110"/>
                <a:gd name="csY8" fmla="*/ 194882 h 194881"/>
                <a:gd name="csX9" fmla="*/ 122111 w 122110"/>
                <a:gd name="csY9" fmla="*/ 142780 h 194881"/>
                <a:gd name="csX10" fmla="*/ 82677 w 122110"/>
                <a:gd name="csY10" fmla="*/ 89535 h 194881"/>
                <a:gd name="csX11" fmla="*/ 50863 w 122110"/>
                <a:gd name="csY11" fmla="*/ 75629 h 194881"/>
                <a:gd name="csX12" fmla="*/ 27242 w 122110"/>
                <a:gd name="csY12" fmla="*/ 46672 h 194881"/>
                <a:gd name="csX13" fmla="*/ 63246 w 122110"/>
                <a:gd name="csY13" fmla="*/ 23812 h 194881"/>
                <a:gd name="csX14" fmla="*/ 113157 w 122110"/>
                <a:gd name="csY14" fmla="*/ 27051 h 194881"/>
                <a:gd name="csX15" fmla="*/ 115348 w 122110"/>
                <a:gd name="csY15" fmla="*/ 27337 h 194881"/>
                <a:gd name="csX16" fmla="*/ 115348 w 122110"/>
                <a:gd name="csY16" fmla="*/ 5429 h 194881"/>
                <a:gd name="csX17" fmla="*/ 113824 w 122110"/>
                <a:gd name="csY17" fmla="*/ 5048 h 194881"/>
                <a:gd name="csX18" fmla="*/ 62484 w 122110"/>
                <a:gd name="csY18" fmla="*/ 0 h 194881"/>
                <a:gd name="csX19" fmla="*/ 0 w 122110"/>
                <a:gd name="csY19" fmla="*/ 46672 h 194881"/>
                <a:gd name="csX20" fmla="*/ 39243 w 122110"/>
                <a:gd name="csY20" fmla="*/ 98393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2110" h="194881">
                  <a:moveTo>
                    <a:pt x="39529" y="98393"/>
                  </a:moveTo>
                  <a:lnTo>
                    <a:pt x="71056" y="112585"/>
                  </a:lnTo>
                  <a:cubicBezTo>
                    <a:pt x="91250" y="121825"/>
                    <a:pt x="94964" y="130016"/>
                    <a:pt x="94964" y="142780"/>
                  </a:cubicBezTo>
                  <a:cubicBezTo>
                    <a:pt x="94964" y="162306"/>
                    <a:pt x="83915" y="171069"/>
                    <a:pt x="59150" y="171069"/>
                  </a:cubicBezTo>
                  <a:cubicBezTo>
                    <a:pt x="36385" y="171069"/>
                    <a:pt x="18383" y="169259"/>
                    <a:pt x="6667" y="167831"/>
                  </a:cubicBezTo>
                  <a:lnTo>
                    <a:pt x="4381" y="167545"/>
                  </a:lnTo>
                  <a:lnTo>
                    <a:pt x="4381" y="189166"/>
                  </a:lnTo>
                  <a:lnTo>
                    <a:pt x="5906" y="189548"/>
                  </a:lnTo>
                  <a:cubicBezTo>
                    <a:pt x="13240" y="191453"/>
                    <a:pt x="37243" y="194882"/>
                    <a:pt x="59055" y="194882"/>
                  </a:cubicBezTo>
                  <a:cubicBezTo>
                    <a:pt x="99727" y="194882"/>
                    <a:pt x="122111" y="176403"/>
                    <a:pt x="122111" y="142780"/>
                  </a:cubicBezTo>
                  <a:cubicBezTo>
                    <a:pt x="122111" y="117348"/>
                    <a:pt x="110681" y="101917"/>
                    <a:pt x="82677" y="89535"/>
                  </a:cubicBezTo>
                  <a:lnTo>
                    <a:pt x="50863" y="75629"/>
                  </a:lnTo>
                  <a:cubicBezTo>
                    <a:pt x="30861" y="66770"/>
                    <a:pt x="27242" y="58960"/>
                    <a:pt x="27242" y="46672"/>
                  </a:cubicBezTo>
                  <a:cubicBezTo>
                    <a:pt x="27242" y="30194"/>
                    <a:pt x="37338" y="23812"/>
                    <a:pt x="63246" y="23812"/>
                  </a:cubicBezTo>
                  <a:cubicBezTo>
                    <a:pt x="82391" y="23812"/>
                    <a:pt x="104489" y="26098"/>
                    <a:pt x="113157" y="27051"/>
                  </a:cubicBezTo>
                  <a:lnTo>
                    <a:pt x="115348" y="27337"/>
                  </a:lnTo>
                  <a:lnTo>
                    <a:pt x="115348" y="5429"/>
                  </a:lnTo>
                  <a:lnTo>
                    <a:pt x="113824" y="5048"/>
                  </a:lnTo>
                  <a:cubicBezTo>
                    <a:pt x="107061" y="3334"/>
                    <a:pt x="85058" y="0"/>
                    <a:pt x="62484" y="0"/>
                  </a:cubicBezTo>
                  <a:cubicBezTo>
                    <a:pt x="20479" y="0"/>
                    <a:pt x="0" y="15240"/>
                    <a:pt x="0" y="46672"/>
                  </a:cubicBezTo>
                  <a:cubicBezTo>
                    <a:pt x="0" y="70961"/>
                    <a:pt x="11335" y="86011"/>
                    <a:pt x="39243" y="9839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E3BC5C6-7912-FDD1-88CD-0B2309A780CA}"/>
                </a:ext>
              </a:extLst>
            </p:cNvPr>
            <p:cNvSpPr/>
            <p:nvPr/>
          </p:nvSpPr>
          <p:spPr>
            <a:xfrm>
              <a:off x="10385068" y="5643347"/>
              <a:ext cx="121824" cy="194881"/>
            </a:xfrm>
            <a:custGeom>
              <a:avLst/>
              <a:gdLst>
                <a:gd name="csX0" fmla="*/ 82487 w 121824"/>
                <a:gd name="csY0" fmla="*/ 89535 h 194881"/>
                <a:gd name="csX1" fmla="*/ 50673 w 121824"/>
                <a:gd name="csY1" fmla="*/ 75628 h 194881"/>
                <a:gd name="csX2" fmla="*/ 27051 w 121824"/>
                <a:gd name="csY2" fmla="*/ 46672 h 194881"/>
                <a:gd name="csX3" fmla="*/ 63055 w 121824"/>
                <a:gd name="csY3" fmla="*/ 23813 h 194881"/>
                <a:gd name="csX4" fmla="*/ 112967 w 121824"/>
                <a:gd name="csY4" fmla="*/ 27051 h 194881"/>
                <a:gd name="csX5" fmla="*/ 115157 w 121824"/>
                <a:gd name="csY5" fmla="*/ 27337 h 194881"/>
                <a:gd name="csX6" fmla="*/ 115157 w 121824"/>
                <a:gd name="csY6" fmla="*/ 5429 h 194881"/>
                <a:gd name="csX7" fmla="*/ 113633 w 121824"/>
                <a:gd name="csY7" fmla="*/ 5048 h 194881"/>
                <a:gd name="csX8" fmla="*/ 62294 w 121824"/>
                <a:gd name="csY8" fmla="*/ 0 h 194881"/>
                <a:gd name="csX9" fmla="*/ 0 w 121824"/>
                <a:gd name="csY9" fmla="*/ 46672 h 194881"/>
                <a:gd name="csX10" fmla="*/ 39148 w 121824"/>
                <a:gd name="csY10" fmla="*/ 98393 h 194881"/>
                <a:gd name="csX11" fmla="*/ 70675 w 121824"/>
                <a:gd name="csY11" fmla="*/ 112586 h 194881"/>
                <a:gd name="csX12" fmla="*/ 94583 w 121824"/>
                <a:gd name="csY12" fmla="*/ 142780 h 194881"/>
                <a:gd name="csX13" fmla="*/ 58865 w 121824"/>
                <a:gd name="csY13" fmla="*/ 171069 h 194881"/>
                <a:gd name="csX14" fmla="*/ 6477 w 121824"/>
                <a:gd name="csY14" fmla="*/ 167830 h 194881"/>
                <a:gd name="csX15" fmla="*/ 4286 w 121824"/>
                <a:gd name="csY15" fmla="*/ 167545 h 194881"/>
                <a:gd name="csX16" fmla="*/ 4286 w 121824"/>
                <a:gd name="csY16" fmla="*/ 189262 h 194881"/>
                <a:gd name="csX17" fmla="*/ 5810 w 121824"/>
                <a:gd name="csY17" fmla="*/ 189643 h 194881"/>
                <a:gd name="csX18" fmla="*/ 58865 w 121824"/>
                <a:gd name="csY18" fmla="*/ 194881 h 194881"/>
                <a:gd name="csX19" fmla="*/ 121825 w 121824"/>
                <a:gd name="csY19" fmla="*/ 142780 h 194881"/>
                <a:gd name="csX20" fmla="*/ 82487 w 121824"/>
                <a:gd name="csY20" fmla="*/ 89535 h 194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1824" h="194881">
                  <a:moveTo>
                    <a:pt x="82487" y="89535"/>
                  </a:moveTo>
                  <a:lnTo>
                    <a:pt x="50673" y="75628"/>
                  </a:lnTo>
                  <a:cubicBezTo>
                    <a:pt x="30670" y="66770"/>
                    <a:pt x="27051" y="58960"/>
                    <a:pt x="27051" y="46672"/>
                  </a:cubicBezTo>
                  <a:cubicBezTo>
                    <a:pt x="27051" y="30194"/>
                    <a:pt x="37147" y="23813"/>
                    <a:pt x="63055" y="23813"/>
                  </a:cubicBezTo>
                  <a:cubicBezTo>
                    <a:pt x="82772" y="23813"/>
                    <a:pt x="106204" y="26289"/>
                    <a:pt x="112967" y="27051"/>
                  </a:cubicBezTo>
                  <a:lnTo>
                    <a:pt x="115157" y="27337"/>
                  </a:lnTo>
                  <a:lnTo>
                    <a:pt x="115157" y="5429"/>
                  </a:lnTo>
                  <a:lnTo>
                    <a:pt x="113633" y="5048"/>
                  </a:lnTo>
                  <a:cubicBezTo>
                    <a:pt x="107251" y="3334"/>
                    <a:pt x="84868" y="0"/>
                    <a:pt x="62294" y="0"/>
                  </a:cubicBezTo>
                  <a:cubicBezTo>
                    <a:pt x="20383" y="0"/>
                    <a:pt x="0" y="15240"/>
                    <a:pt x="0" y="46672"/>
                  </a:cubicBezTo>
                  <a:cubicBezTo>
                    <a:pt x="0" y="71056"/>
                    <a:pt x="11335" y="86106"/>
                    <a:pt x="39148" y="98393"/>
                  </a:cubicBezTo>
                  <a:lnTo>
                    <a:pt x="70675" y="112586"/>
                  </a:lnTo>
                  <a:cubicBezTo>
                    <a:pt x="90869" y="121825"/>
                    <a:pt x="94583" y="130016"/>
                    <a:pt x="94583" y="142780"/>
                  </a:cubicBezTo>
                  <a:cubicBezTo>
                    <a:pt x="94583" y="162592"/>
                    <a:pt x="83915" y="171069"/>
                    <a:pt x="58865" y="171069"/>
                  </a:cubicBezTo>
                  <a:cubicBezTo>
                    <a:pt x="36195" y="171069"/>
                    <a:pt x="18097" y="169259"/>
                    <a:pt x="6477" y="167830"/>
                  </a:cubicBezTo>
                  <a:lnTo>
                    <a:pt x="4286" y="167545"/>
                  </a:lnTo>
                  <a:lnTo>
                    <a:pt x="4286" y="189262"/>
                  </a:lnTo>
                  <a:lnTo>
                    <a:pt x="5810" y="189643"/>
                  </a:lnTo>
                  <a:cubicBezTo>
                    <a:pt x="13145" y="191548"/>
                    <a:pt x="37147" y="194881"/>
                    <a:pt x="58865" y="194881"/>
                  </a:cubicBezTo>
                  <a:cubicBezTo>
                    <a:pt x="100108" y="194881"/>
                    <a:pt x="121825" y="176879"/>
                    <a:pt x="121825" y="142780"/>
                  </a:cubicBezTo>
                  <a:cubicBezTo>
                    <a:pt x="121825" y="117348"/>
                    <a:pt x="110490" y="101917"/>
                    <a:pt x="82487" y="8953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73FA6CF-BCC5-061D-4F31-FE5D7ECB042F}"/>
                </a:ext>
              </a:extLst>
            </p:cNvPr>
            <p:cNvSpPr/>
            <p:nvPr/>
          </p:nvSpPr>
          <p:spPr>
            <a:xfrm>
              <a:off x="10527467" y="5690782"/>
              <a:ext cx="178879" cy="144017"/>
            </a:xfrm>
            <a:custGeom>
              <a:avLst/>
              <a:gdLst>
                <a:gd name="csX0" fmla="*/ 137065 w 178879"/>
                <a:gd name="csY0" fmla="*/ 0 h 144017"/>
                <a:gd name="csX1" fmla="*/ 95440 w 178879"/>
                <a:gd name="csY1" fmla="*/ 13906 h 144017"/>
                <a:gd name="csX2" fmla="*/ 64770 w 178879"/>
                <a:gd name="csY2" fmla="*/ 0 h 144017"/>
                <a:gd name="csX3" fmla="*/ 26098 w 178879"/>
                <a:gd name="csY3" fmla="*/ 12287 h 144017"/>
                <a:gd name="csX4" fmla="*/ 26098 w 178879"/>
                <a:gd name="csY4" fmla="*/ 3429 h 144017"/>
                <a:gd name="csX5" fmla="*/ 0 w 178879"/>
                <a:gd name="csY5" fmla="*/ 3429 h 144017"/>
                <a:gd name="csX6" fmla="*/ 0 w 178879"/>
                <a:gd name="csY6" fmla="*/ 144018 h 144017"/>
                <a:gd name="csX7" fmla="*/ 26098 w 178879"/>
                <a:gd name="csY7" fmla="*/ 144018 h 144017"/>
                <a:gd name="csX8" fmla="*/ 26098 w 178879"/>
                <a:gd name="csY8" fmla="*/ 34195 h 144017"/>
                <a:gd name="csX9" fmla="*/ 59626 w 178879"/>
                <a:gd name="csY9" fmla="*/ 23146 h 144017"/>
                <a:gd name="csX10" fmla="*/ 76295 w 178879"/>
                <a:gd name="csY10" fmla="*/ 51435 h 144017"/>
                <a:gd name="csX11" fmla="*/ 76295 w 178879"/>
                <a:gd name="csY11" fmla="*/ 144018 h 144017"/>
                <a:gd name="csX12" fmla="*/ 102584 w 178879"/>
                <a:gd name="csY12" fmla="*/ 144018 h 144017"/>
                <a:gd name="csX13" fmla="*/ 102584 w 178879"/>
                <a:gd name="csY13" fmla="*/ 51435 h 144017"/>
                <a:gd name="csX14" fmla="*/ 101727 w 178879"/>
                <a:gd name="csY14" fmla="*/ 33623 h 144017"/>
                <a:gd name="csX15" fmla="*/ 134112 w 178879"/>
                <a:gd name="csY15" fmla="*/ 23146 h 144017"/>
                <a:gd name="csX16" fmla="*/ 152495 w 178879"/>
                <a:gd name="csY16" fmla="*/ 51435 h 144017"/>
                <a:gd name="csX17" fmla="*/ 152495 w 178879"/>
                <a:gd name="csY17" fmla="*/ 144018 h 144017"/>
                <a:gd name="csX18" fmla="*/ 178879 w 178879"/>
                <a:gd name="csY18" fmla="*/ 144018 h 144017"/>
                <a:gd name="csX19" fmla="*/ 178879 w 178879"/>
                <a:gd name="csY19" fmla="*/ 51435 h 144017"/>
                <a:gd name="csX20" fmla="*/ 137160 w 178879"/>
                <a:gd name="csY20" fmla="*/ 0 h 14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8879" h="144017">
                  <a:moveTo>
                    <a:pt x="137065" y="0"/>
                  </a:moveTo>
                  <a:cubicBezTo>
                    <a:pt x="123825" y="0"/>
                    <a:pt x="110204" y="4572"/>
                    <a:pt x="95440" y="13906"/>
                  </a:cubicBezTo>
                  <a:cubicBezTo>
                    <a:pt x="89154" y="4572"/>
                    <a:pt x="79153" y="0"/>
                    <a:pt x="64770" y="0"/>
                  </a:cubicBezTo>
                  <a:cubicBezTo>
                    <a:pt x="48482" y="0"/>
                    <a:pt x="35147" y="6286"/>
                    <a:pt x="26098" y="12287"/>
                  </a:cubicBezTo>
                  <a:lnTo>
                    <a:pt x="26098" y="3429"/>
                  </a:lnTo>
                  <a:lnTo>
                    <a:pt x="0" y="3429"/>
                  </a:lnTo>
                  <a:lnTo>
                    <a:pt x="0" y="144018"/>
                  </a:lnTo>
                  <a:lnTo>
                    <a:pt x="26098" y="144018"/>
                  </a:lnTo>
                  <a:lnTo>
                    <a:pt x="26098" y="34195"/>
                  </a:lnTo>
                  <a:cubicBezTo>
                    <a:pt x="35338" y="29051"/>
                    <a:pt x="48292" y="23146"/>
                    <a:pt x="59626" y="23146"/>
                  </a:cubicBezTo>
                  <a:cubicBezTo>
                    <a:pt x="76295" y="23146"/>
                    <a:pt x="76295" y="32004"/>
                    <a:pt x="76295" y="51435"/>
                  </a:cubicBezTo>
                  <a:lnTo>
                    <a:pt x="76295" y="144018"/>
                  </a:lnTo>
                  <a:lnTo>
                    <a:pt x="102584" y="144018"/>
                  </a:lnTo>
                  <a:lnTo>
                    <a:pt x="102584" y="51435"/>
                  </a:lnTo>
                  <a:cubicBezTo>
                    <a:pt x="102584" y="45910"/>
                    <a:pt x="102584" y="39815"/>
                    <a:pt x="101727" y="33623"/>
                  </a:cubicBezTo>
                  <a:cubicBezTo>
                    <a:pt x="113252" y="27146"/>
                    <a:pt x="125540" y="23146"/>
                    <a:pt x="134112" y="23146"/>
                  </a:cubicBezTo>
                  <a:cubicBezTo>
                    <a:pt x="152495" y="23146"/>
                    <a:pt x="152495" y="32004"/>
                    <a:pt x="152495" y="51435"/>
                  </a:cubicBezTo>
                  <a:lnTo>
                    <a:pt x="152495" y="144018"/>
                  </a:lnTo>
                  <a:lnTo>
                    <a:pt x="178879" y="144018"/>
                  </a:lnTo>
                  <a:lnTo>
                    <a:pt x="178879" y="51435"/>
                  </a:lnTo>
                  <a:cubicBezTo>
                    <a:pt x="178879" y="30956"/>
                    <a:pt x="178879" y="0"/>
                    <a:pt x="13716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BB98EAB-1413-CFF4-6871-A1DF17996F60}"/>
                </a:ext>
              </a:extLst>
            </p:cNvPr>
            <p:cNvSpPr/>
            <p:nvPr/>
          </p:nvSpPr>
          <p:spPr>
            <a:xfrm>
              <a:off x="10734826" y="5694211"/>
              <a:ext cx="26384" cy="140588"/>
            </a:xfrm>
            <a:custGeom>
              <a:avLst/>
              <a:gdLst>
                <a:gd name="csX0" fmla="*/ 0 w 26384"/>
                <a:gd name="csY0" fmla="*/ 140589 h 140588"/>
                <a:gd name="csX1" fmla="*/ 12573 w 26384"/>
                <a:gd name="csY1" fmla="*/ 140589 h 140588"/>
                <a:gd name="csX2" fmla="*/ 26384 w 26384"/>
                <a:gd name="csY2" fmla="*/ 140589 h 140588"/>
                <a:gd name="csX3" fmla="*/ 26384 w 26384"/>
                <a:gd name="csY3" fmla="*/ 61055 h 140588"/>
                <a:gd name="csX4" fmla="*/ 26384 w 26384"/>
                <a:gd name="csY4" fmla="*/ 0 h 140588"/>
                <a:gd name="csX5" fmla="*/ 13145 w 26384"/>
                <a:gd name="csY5" fmla="*/ 0 h 140588"/>
                <a:gd name="csX6" fmla="*/ 0 w 26384"/>
                <a:gd name="csY6" fmla="*/ 0 h 140588"/>
                <a:gd name="csX7" fmla="*/ 0 w 26384"/>
                <a:gd name="csY7" fmla="*/ 60769 h 140588"/>
                <a:gd name="csX8" fmla="*/ 0 w 26384"/>
                <a:gd name="csY8" fmla="*/ 140589 h 140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384" h="140588">
                  <a:moveTo>
                    <a:pt x="0" y="140589"/>
                  </a:moveTo>
                  <a:lnTo>
                    <a:pt x="12573" y="140589"/>
                  </a:lnTo>
                  <a:lnTo>
                    <a:pt x="26384" y="140589"/>
                  </a:lnTo>
                  <a:lnTo>
                    <a:pt x="26384" y="61055"/>
                  </a:lnTo>
                  <a:lnTo>
                    <a:pt x="26384" y="0"/>
                  </a:lnTo>
                  <a:lnTo>
                    <a:pt x="13145" y="0"/>
                  </a:lnTo>
                  <a:lnTo>
                    <a:pt x="0" y="0"/>
                  </a:lnTo>
                  <a:lnTo>
                    <a:pt x="0" y="60769"/>
                  </a:lnTo>
                  <a:lnTo>
                    <a:pt x="0" y="14058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DDC9A33-717F-E70E-8718-1AC99D55F908}"/>
                </a:ext>
              </a:extLst>
            </p:cNvPr>
            <p:cNvSpPr/>
            <p:nvPr/>
          </p:nvSpPr>
          <p:spPr>
            <a:xfrm>
              <a:off x="10779307" y="5658778"/>
              <a:ext cx="90297" cy="179546"/>
            </a:xfrm>
            <a:custGeom>
              <a:avLst/>
              <a:gdLst>
                <a:gd name="csX0" fmla="*/ 53912 w 90297"/>
                <a:gd name="csY0" fmla="*/ 0 h 179546"/>
                <a:gd name="csX1" fmla="*/ 27527 w 90297"/>
                <a:gd name="csY1" fmla="*/ 0 h 179546"/>
                <a:gd name="csX2" fmla="*/ 27527 w 90297"/>
                <a:gd name="csY2" fmla="*/ 35528 h 179546"/>
                <a:gd name="csX3" fmla="*/ 0 w 90297"/>
                <a:gd name="csY3" fmla="*/ 35528 h 179546"/>
                <a:gd name="csX4" fmla="*/ 0 w 90297"/>
                <a:gd name="csY4" fmla="*/ 56007 h 179546"/>
                <a:gd name="csX5" fmla="*/ 27527 w 90297"/>
                <a:gd name="csY5" fmla="*/ 58007 h 179546"/>
                <a:gd name="csX6" fmla="*/ 27527 w 90297"/>
                <a:gd name="csY6" fmla="*/ 142780 h 179546"/>
                <a:gd name="csX7" fmla="*/ 63246 w 90297"/>
                <a:gd name="csY7" fmla="*/ 179546 h 179546"/>
                <a:gd name="csX8" fmla="*/ 88964 w 90297"/>
                <a:gd name="csY8" fmla="*/ 175736 h 179546"/>
                <a:gd name="csX9" fmla="*/ 90297 w 90297"/>
                <a:gd name="csY9" fmla="*/ 175260 h 179546"/>
                <a:gd name="csX10" fmla="*/ 90297 w 90297"/>
                <a:gd name="csY10" fmla="*/ 156210 h 179546"/>
                <a:gd name="csX11" fmla="*/ 88106 w 90297"/>
                <a:gd name="csY11" fmla="*/ 156496 h 179546"/>
                <a:gd name="csX12" fmla="*/ 65723 w 90297"/>
                <a:gd name="csY12" fmla="*/ 157734 h 179546"/>
                <a:gd name="csX13" fmla="*/ 53816 w 90297"/>
                <a:gd name="csY13" fmla="*/ 141922 h 179546"/>
                <a:gd name="csX14" fmla="*/ 53816 w 90297"/>
                <a:gd name="csY14" fmla="*/ 58293 h 179546"/>
                <a:gd name="csX15" fmla="*/ 90297 w 90297"/>
                <a:gd name="csY15" fmla="*/ 58293 h 179546"/>
                <a:gd name="csX16" fmla="*/ 90297 w 90297"/>
                <a:gd name="csY16" fmla="*/ 35623 h 179546"/>
                <a:gd name="csX17" fmla="*/ 53816 w 90297"/>
                <a:gd name="csY17" fmla="*/ 35623 h 179546"/>
                <a:gd name="csX18" fmla="*/ 53816 w 90297"/>
                <a:gd name="csY18" fmla="*/ 95 h 179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97" h="179546">
                  <a:moveTo>
                    <a:pt x="53912" y="0"/>
                  </a:moveTo>
                  <a:lnTo>
                    <a:pt x="27527" y="0"/>
                  </a:lnTo>
                  <a:lnTo>
                    <a:pt x="27527" y="35528"/>
                  </a:lnTo>
                  <a:lnTo>
                    <a:pt x="0" y="35528"/>
                  </a:lnTo>
                  <a:lnTo>
                    <a:pt x="0" y="56007"/>
                  </a:lnTo>
                  <a:lnTo>
                    <a:pt x="27527" y="58007"/>
                  </a:lnTo>
                  <a:lnTo>
                    <a:pt x="27527" y="142780"/>
                  </a:lnTo>
                  <a:cubicBezTo>
                    <a:pt x="27527" y="169545"/>
                    <a:pt x="37243" y="179546"/>
                    <a:pt x="63246" y="179546"/>
                  </a:cubicBezTo>
                  <a:cubicBezTo>
                    <a:pt x="74105" y="179546"/>
                    <a:pt x="85249" y="176974"/>
                    <a:pt x="88964" y="175736"/>
                  </a:cubicBezTo>
                  <a:lnTo>
                    <a:pt x="90297" y="175260"/>
                  </a:lnTo>
                  <a:lnTo>
                    <a:pt x="90297" y="156210"/>
                  </a:lnTo>
                  <a:lnTo>
                    <a:pt x="88106" y="156496"/>
                  </a:lnTo>
                  <a:cubicBezTo>
                    <a:pt x="83725" y="156972"/>
                    <a:pt x="73152" y="157734"/>
                    <a:pt x="65723" y="157734"/>
                  </a:cubicBezTo>
                  <a:cubicBezTo>
                    <a:pt x="54674" y="157734"/>
                    <a:pt x="53816" y="156686"/>
                    <a:pt x="53816" y="141922"/>
                  </a:cubicBezTo>
                  <a:lnTo>
                    <a:pt x="53816" y="58293"/>
                  </a:lnTo>
                  <a:lnTo>
                    <a:pt x="90297" y="58293"/>
                  </a:lnTo>
                  <a:lnTo>
                    <a:pt x="90297" y="35623"/>
                  </a:lnTo>
                  <a:lnTo>
                    <a:pt x="53816" y="35623"/>
                  </a:lnTo>
                  <a:lnTo>
                    <a:pt x="53816" y="9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E13CDE2-11F9-E881-5B3C-641EEF5A0ADD}"/>
                </a:ext>
              </a:extLst>
            </p:cNvPr>
            <p:cNvSpPr/>
            <p:nvPr/>
          </p:nvSpPr>
          <p:spPr>
            <a:xfrm>
              <a:off x="10888559" y="5638585"/>
              <a:ext cx="114300" cy="196119"/>
            </a:xfrm>
            <a:custGeom>
              <a:avLst/>
              <a:gdLst>
                <a:gd name="csX0" fmla="*/ 68485 w 114300"/>
                <a:gd name="csY0" fmla="*/ 52197 h 196119"/>
                <a:gd name="csX1" fmla="*/ 26099 w 114300"/>
                <a:gd name="csY1" fmla="*/ 62103 h 196119"/>
                <a:gd name="csX2" fmla="*/ 26099 w 114300"/>
                <a:gd name="csY2" fmla="*/ 0 h 196119"/>
                <a:gd name="csX3" fmla="*/ 0 w 114300"/>
                <a:gd name="csY3" fmla="*/ 0 h 196119"/>
                <a:gd name="csX4" fmla="*/ 0 w 114300"/>
                <a:gd name="csY4" fmla="*/ 196120 h 196119"/>
                <a:gd name="csX5" fmla="*/ 26099 w 114300"/>
                <a:gd name="csY5" fmla="*/ 196120 h 196119"/>
                <a:gd name="csX6" fmla="*/ 26099 w 114300"/>
                <a:gd name="csY6" fmla="*/ 84391 h 196119"/>
                <a:gd name="csX7" fmla="*/ 64103 w 114300"/>
                <a:gd name="csY7" fmla="*/ 75438 h 196119"/>
                <a:gd name="csX8" fmla="*/ 87916 w 114300"/>
                <a:gd name="csY8" fmla="*/ 107632 h 196119"/>
                <a:gd name="csX9" fmla="*/ 87916 w 114300"/>
                <a:gd name="csY9" fmla="*/ 196025 h 196119"/>
                <a:gd name="csX10" fmla="*/ 114300 w 114300"/>
                <a:gd name="csY10" fmla="*/ 196025 h 196119"/>
                <a:gd name="csX11" fmla="*/ 114300 w 114300"/>
                <a:gd name="csY11" fmla="*/ 106870 h 196119"/>
                <a:gd name="csX12" fmla="*/ 68580 w 114300"/>
                <a:gd name="csY12" fmla="*/ 52006 h 196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300" h="196119">
                  <a:moveTo>
                    <a:pt x="68485" y="52197"/>
                  </a:moveTo>
                  <a:cubicBezTo>
                    <a:pt x="54197" y="52197"/>
                    <a:pt x="39910" y="55531"/>
                    <a:pt x="26099" y="62103"/>
                  </a:cubicBezTo>
                  <a:lnTo>
                    <a:pt x="26099" y="0"/>
                  </a:lnTo>
                  <a:lnTo>
                    <a:pt x="0" y="0"/>
                  </a:lnTo>
                  <a:lnTo>
                    <a:pt x="0" y="196120"/>
                  </a:lnTo>
                  <a:lnTo>
                    <a:pt x="26099" y="196120"/>
                  </a:lnTo>
                  <a:lnTo>
                    <a:pt x="26099" y="84391"/>
                  </a:lnTo>
                  <a:cubicBezTo>
                    <a:pt x="35624" y="80010"/>
                    <a:pt x="50197" y="75438"/>
                    <a:pt x="64103" y="75438"/>
                  </a:cubicBezTo>
                  <a:cubicBezTo>
                    <a:pt x="80201" y="75438"/>
                    <a:pt x="87916" y="80296"/>
                    <a:pt x="87916" y="107632"/>
                  </a:cubicBezTo>
                  <a:lnTo>
                    <a:pt x="87916" y="196025"/>
                  </a:lnTo>
                  <a:lnTo>
                    <a:pt x="114300" y="196025"/>
                  </a:lnTo>
                  <a:lnTo>
                    <a:pt x="114300" y="106870"/>
                  </a:lnTo>
                  <a:cubicBezTo>
                    <a:pt x="114300" y="69914"/>
                    <a:pt x="99346" y="52006"/>
                    <a:pt x="68580" y="52006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09DB53A9-5095-09EE-BB6B-13EAC2D1F3E6}"/>
                </a:ext>
              </a:extLst>
            </p:cNvPr>
            <p:cNvSpPr/>
            <p:nvPr/>
          </p:nvSpPr>
          <p:spPr>
            <a:xfrm>
              <a:off x="10028357" y="5184719"/>
              <a:ext cx="441483" cy="236601"/>
            </a:xfrm>
            <a:custGeom>
              <a:avLst/>
              <a:gdLst>
                <a:gd name="csX0" fmla="*/ 236696 w 441483"/>
                <a:gd name="csY0" fmla="*/ 0 h 236601"/>
                <a:gd name="csX1" fmla="*/ 0 w 441483"/>
                <a:gd name="csY1" fmla="*/ 0 h 236601"/>
                <a:gd name="csX2" fmla="*/ 31718 w 441483"/>
                <a:gd name="csY2" fmla="*/ 118301 h 236601"/>
                <a:gd name="csX3" fmla="*/ 236601 w 441483"/>
                <a:gd name="csY3" fmla="*/ 236601 h 236601"/>
                <a:gd name="csX4" fmla="*/ 441484 w 441483"/>
                <a:gd name="csY4" fmla="*/ 118301 h 236601"/>
                <a:gd name="csX5" fmla="*/ 236696 w 441483"/>
                <a:gd name="csY5" fmla="*/ 0 h 236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41483" h="236601">
                  <a:moveTo>
                    <a:pt x="236696" y="0"/>
                  </a:moveTo>
                  <a:lnTo>
                    <a:pt x="0" y="0"/>
                  </a:lnTo>
                  <a:cubicBezTo>
                    <a:pt x="0" y="43148"/>
                    <a:pt x="11621" y="83534"/>
                    <a:pt x="31718" y="118301"/>
                  </a:cubicBezTo>
                  <a:cubicBezTo>
                    <a:pt x="72676" y="188976"/>
                    <a:pt x="149066" y="236601"/>
                    <a:pt x="236601" y="236601"/>
                  </a:cubicBezTo>
                  <a:cubicBezTo>
                    <a:pt x="324136" y="236601"/>
                    <a:pt x="400622" y="188976"/>
                    <a:pt x="441484" y="118301"/>
                  </a:cubicBezTo>
                  <a:cubicBezTo>
                    <a:pt x="400622" y="47625"/>
                    <a:pt x="324231" y="0"/>
                    <a:pt x="2366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1FB2F53-596C-6767-5FC3-669EA7BE1828}"/>
                </a:ext>
              </a:extLst>
            </p:cNvPr>
            <p:cNvSpPr/>
            <p:nvPr/>
          </p:nvSpPr>
          <p:spPr>
            <a:xfrm>
              <a:off x="10028357" y="5303019"/>
              <a:ext cx="473297" cy="355092"/>
            </a:xfrm>
            <a:custGeom>
              <a:avLst/>
              <a:gdLst>
                <a:gd name="csX0" fmla="*/ 445389 w 473297"/>
                <a:gd name="csY0" fmla="*/ 6763 h 355092"/>
                <a:gd name="csX1" fmla="*/ 441674 w 473297"/>
                <a:gd name="csY1" fmla="*/ 0 h 355092"/>
                <a:gd name="csX2" fmla="*/ 247555 w 473297"/>
                <a:gd name="csY2" fmla="*/ 138684 h 355092"/>
                <a:gd name="csX3" fmla="*/ 247555 w 473297"/>
                <a:gd name="csY3" fmla="*/ 138684 h 355092"/>
                <a:gd name="csX4" fmla="*/ 42672 w 473297"/>
                <a:gd name="csY4" fmla="*/ 256985 h 355092"/>
                <a:gd name="csX5" fmla="*/ 0 w 473297"/>
                <a:gd name="csY5" fmla="*/ 353568 h 355092"/>
                <a:gd name="csX6" fmla="*/ 0 w 473297"/>
                <a:gd name="csY6" fmla="*/ 355092 h 355092"/>
                <a:gd name="csX7" fmla="*/ 236696 w 473297"/>
                <a:gd name="csY7" fmla="*/ 355092 h 355092"/>
                <a:gd name="csX8" fmla="*/ 441579 w 473297"/>
                <a:gd name="csY8" fmla="*/ 236791 h 355092"/>
                <a:gd name="csX9" fmla="*/ 473297 w 473297"/>
                <a:gd name="csY9" fmla="*/ 118491 h 355092"/>
                <a:gd name="csX10" fmla="*/ 445389 w 473297"/>
                <a:gd name="csY10" fmla="*/ 6953 h 355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3297" h="355092">
                  <a:moveTo>
                    <a:pt x="445389" y="6763"/>
                  </a:moveTo>
                  <a:cubicBezTo>
                    <a:pt x="444151" y="4382"/>
                    <a:pt x="442913" y="2191"/>
                    <a:pt x="441674" y="0"/>
                  </a:cubicBezTo>
                  <a:cubicBezTo>
                    <a:pt x="413957" y="84392"/>
                    <a:pt x="353759" y="138684"/>
                    <a:pt x="247555" y="138684"/>
                  </a:cubicBezTo>
                  <a:lnTo>
                    <a:pt x="247555" y="138684"/>
                  </a:lnTo>
                  <a:cubicBezTo>
                    <a:pt x="159925" y="138684"/>
                    <a:pt x="83534" y="186309"/>
                    <a:pt x="42672" y="256985"/>
                  </a:cubicBezTo>
                  <a:cubicBezTo>
                    <a:pt x="25813" y="285941"/>
                    <a:pt x="6287" y="318611"/>
                    <a:pt x="0" y="353568"/>
                  </a:cubicBezTo>
                  <a:cubicBezTo>
                    <a:pt x="0" y="354044"/>
                    <a:pt x="0" y="354616"/>
                    <a:pt x="0" y="355092"/>
                  </a:cubicBezTo>
                  <a:lnTo>
                    <a:pt x="236696" y="355092"/>
                  </a:lnTo>
                  <a:cubicBezTo>
                    <a:pt x="324231" y="355092"/>
                    <a:pt x="400717" y="307467"/>
                    <a:pt x="441579" y="236791"/>
                  </a:cubicBezTo>
                  <a:cubicBezTo>
                    <a:pt x="461677" y="201930"/>
                    <a:pt x="473297" y="161544"/>
                    <a:pt x="473297" y="118491"/>
                  </a:cubicBezTo>
                  <a:cubicBezTo>
                    <a:pt x="473297" y="78105"/>
                    <a:pt x="463201" y="40195"/>
                    <a:pt x="445389" y="695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59512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Orange Langu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3048000" y="3767198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34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Thank You</a:t>
            </a:r>
            <a:endParaRPr lang="en-GB" sz="3400" b="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1C2CA8-9B5B-8641-B896-48FE9BCE69ED}"/>
              </a:ext>
            </a:extLst>
          </p:cNvPr>
          <p:cNvSpPr/>
          <p:nvPr/>
        </p:nvSpPr>
        <p:spPr>
          <a:xfrm>
            <a:off x="1150938" y="4743933"/>
            <a:ext cx="9888537" cy="1203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Danke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Dankjewel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az-Cyrl-AZ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Благодаря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ja-JP" altLang="en-US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谢谢</a:t>
            </a:r>
            <a:r>
              <a:rPr lang="en-US" altLang="ja-JP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Hvala   Děkuji   Tak   Aitäh   Kiitos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Merci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l-GR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Ευχαριστώ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Köszönöm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Grazie   Paldies   Ačiū   </a:t>
            </a:r>
            <a:r>
              <a:rPr lang="az-Cyrl-AZ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Ви благодарам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ar-AE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شكرا لكم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Dziękuję   Obrigado   Mulțumesc  </a:t>
            </a:r>
          </a:p>
          <a:p>
            <a:pPr algn="ctr">
              <a:lnSpc>
                <a:spcPct val="110000"/>
              </a:lnSpc>
              <a:spcAft>
                <a:spcPts val="900"/>
              </a:spcAft>
            </a:pP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Ďakujem   Gracias   Tack   </a:t>
            </a:r>
            <a:r>
              <a:rPr lang="th-TH" sz="20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ขอบคุณ</a:t>
            </a:r>
            <a:r>
              <a:rPr lang="en-GB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vi-VN" sz="16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Teşekkür ederim</a:t>
            </a:r>
            <a:endParaRPr lang="en-GB" sz="1600" b="0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EE8820C-7488-2D0D-AA3E-7050AF80C860}"/>
              </a:ext>
            </a:extLst>
          </p:cNvPr>
          <p:cNvSpPr/>
          <p:nvPr userDrawn="1"/>
        </p:nvSpPr>
        <p:spPr>
          <a:xfrm>
            <a:off x="5000576" y="864898"/>
            <a:ext cx="2190895" cy="2190849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602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3048000" y="3767198"/>
            <a:ext cx="6096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3400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Thank You</a:t>
            </a:r>
            <a:endParaRPr lang="en-GB" sz="3400" b="0" dirty="0">
              <a:solidFill>
                <a:schemeClr val="bg1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EE8820C-7488-2D0D-AA3E-7050AF80C860}"/>
              </a:ext>
            </a:extLst>
          </p:cNvPr>
          <p:cNvSpPr/>
          <p:nvPr userDrawn="1"/>
        </p:nvSpPr>
        <p:spPr>
          <a:xfrm>
            <a:off x="4610068" y="1943101"/>
            <a:ext cx="2971864" cy="2971798"/>
          </a:xfrm>
          <a:custGeom>
            <a:avLst/>
            <a:gdLst>
              <a:gd name="csX0" fmla="*/ 0 w 6137590"/>
              <a:gd name="csY0" fmla="*/ 0 h 6137462"/>
              <a:gd name="csX1" fmla="*/ 3068731 w 6137590"/>
              <a:gd name="csY1" fmla="*/ 0 h 6137462"/>
              <a:gd name="csX2" fmla="*/ 5725891 w 6137590"/>
              <a:gd name="csY2" fmla="*/ 1534397 h 6137462"/>
              <a:gd name="csX3" fmla="*/ 5774607 w 6137590"/>
              <a:gd name="csY3" fmla="*/ 1621895 h 6137462"/>
              <a:gd name="csX4" fmla="*/ 5774671 w 6137590"/>
              <a:gd name="csY4" fmla="*/ 1621832 h 6137462"/>
              <a:gd name="csX5" fmla="*/ 6137590 w 6137590"/>
              <a:gd name="csY5" fmla="*/ 3068731 h 6137462"/>
              <a:gd name="csX6" fmla="*/ 5725954 w 6137590"/>
              <a:gd name="csY6" fmla="*/ 4603001 h 6137462"/>
              <a:gd name="csX7" fmla="*/ 3068731 w 6137590"/>
              <a:gd name="csY7" fmla="*/ 6137462 h 6137462"/>
              <a:gd name="csX8" fmla="*/ 0 w 6137590"/>
              <a:gd name="csY8" fmla="*/ 6137462 h 6137462"/>
              <a:gd name="csX9" fmla="*/ 318 w 6137590"/>
              <a:gd name="csY9" fmla="*/ 6117976 h 6137462"/>
              <a:gd name="csX10" fmla="*/ 411571 w 6137590"/>
              <a:gd name="csY10" fmla="*/ 4603065 h 6137462"/>
              <a:gd name="csX11" fmla="*/ 3068667 w 6137590"/>
              <a:gd name="csY11" fmla="*/ 3068731 h 6137462"/>
              <a:gd name="csX12" fmla="*/ 411571 w 6137590"/>
              <a:gd name="csY12" fmla="*/ 1534397 h 6137462"/>
              <a:gd name="csX13" fmla="*/ 0 w 6137590"/>
              <a:gd name="csY13" fmla="*/ 0 h 6137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137590" h="6137462">
                <a:moveTo>
                  <a:pt x="0" y="0"/>
                </a:moveTo>
                <a:lnTo>
                  <a:pt x="3068731" y="0"/>
                </a:lnTo>
                <a:cubicBezTo>
                  <a:pt x="4204357" y="0"/>
                  <a:pt x="5195172" y="617452"/>
                  <a:pt x="5725891" y="1534397"/>
                </a:cubicBezTo>
                <a:cubicBezTo>
                  <a:pt x="5742002" y="1562290"/>
                  <a:pt x="5758241" y="1591519"/>
                  <a:pt x="5774607" y="1621895"/>
                </a:cubicBezTo>
                <a:lnTo>
                  <a:pt x="5774671" y="1621832"/>
                </a:lnTo>
                <a:cubicBezTo>
                  <a:pt x="6005833" y="2052953"/>
                  <a:pt x="6137590" y="2545336"/>
                  <a:pt x="6137590" y="3068731"/>
                </a:cubicBezTo>
                <a:cubicBezTo>
                  <a:pt x="6137590" y="3627852"/>
                  <a:pt x="5987175" y="4151629"/>
                  <a:pt x="5725954" y="4603001"/>
                </a:cubicBezTo>
                <a:cubicBezTo>
                  <a:pt x="5195236" y="5520010"/>
                  <a:pt x="4204421" y="6137462"/>
                  <a:pt x="3068731" y="6137462"/>
                </a:cubicBezTo>
                <a:lnTo>
                  <a:pt x="0" y="6137462"/>
                </a:lnTo>
                <a:cubicBezTo>
                  <a:pt x="0" y="6130903"/>
                  <a:pt x="318" y="6124471"/>
                  <a:pt x="318" y="6117976"/>
                </a:cubicBezTo>
                <a:cubicBezTo>
                  <a:pt x="3757" y="5566179"/>
                  <a:pt x="153344" y="5049215"/>
                  <a:pt x="411571" y="4603065"/>
                </a:cubicBezTo>
                <a:cubicBezTo>
                  <a:pt x="942226" y="3686120"/>
                  <a:pt x="1933041" y="3068731"/>
                  <a:pt x="3068667" y="3068731"/>
                </a:cubicBezTo>
                <a:cubicBezTo>
                  <a:pt x="1933041" y="3068731"/>
                  <a:pt x="942226" y="2451406"/>
                  <a:pt x="411571" y="1534397"/>
                </a:cubicBezTo>
                <a:cubicBezTo>
                  <a:pt x="150288" y="1082898"/>
                  <a:pt x="0" y="559184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E6B819-9BC1-5A2B-623C-FA83FB819E8B}"/>
              </a:ext>
            </a:extLst>
          </p:cNvPr>
          <p:cNvSpPr/>
          <p:nvPr userDrawn="1"/>
        </p:nvSpPr>
        <p:spPr>
          <a:xfrm>
            <a:off x="1930400" y="2967335"/>
            <a:ext cx="31035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5400" b="0" i="0" u="none" strike="noStrike" kern="1200" spc="-3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</a:t>
            </a:r>
            <a:endParaRPr lang="en-GB" sz="5400" b="0" spc="-30" baseline="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A69927-0DF8-2D6A-3D33-1C13415D9A4C}"/>
              </a:ext>
            </a:extLst>
          </p:cNvPr>
          <p:cNvSpPr/>
          <p:nvPr userDrawn="1"/>
        </p:nvSpPr>
        <p:spPr>
          <a:xfrm>
            <a:off x="7158040" y="2967335"/>
            <a:ext cx="31035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5400" b="0" i="0" u="none" strike="noStrike" kern="1200" spc="-3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endParaRPr lang="en-GB" sz="5400" b="0" spc="-30" baseline="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89C352-49DE-CFDC-36C9-D6BA962D0417}"/>
              </a:ext>
            </a:extLst>
          </p:cNvPr>
          <p:cNvSpPr txBox="1"/>
          <p:nvPr userDrawn="1"/>
        </p:nvSpPr>
        <p:spPr>
          <a:xfrm>
            <a:off x="4511270" y="6455078"/>
            <a:ext cx="31694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dirty="0"/>
              <a:t>Private &amp; Confidential © DS Smith Ltd     www.dssmith.com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DCFA3B6-5538-8E29-AC92-1C6970D4DE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28236" y="6137274"/>
            <a:ext cx="629764" cy="42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4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BCDEB-CB96-2E40-A91C-7D172D5C1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6" y="1441449"/>
            <a:ext cx="11256962" cy="44592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810B0C7C-4411-B794-770E-5AA5264E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10302876" cy="40011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3E1AF-CBCE-053B-1503-5A3060FE0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4734" y="320474"/>
            <a:ext cx="330200" cy="18466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6B33C-8CE8-42E3-8E60-F5ECE3D1A841}" type="slidenum">
              <a:rPr lang="en-GB" smtClean="0"/>
              <a:pPr/>
              <a:t>‹#›</a:t>
            </a:fld>
            <a:endParaRPr lang="en-GB" sz="110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004ED2A-18F2-5BF8-1F07-F73F098ACC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1328236" y="6137274"/>
            <a:ext cx="629764" cy="42249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A8ADEB3-FD03-489F-BCC7-0A6C451AF684}"/>
              </a:ext>
            </a:extLst>
          </p:cNvPr>
          <p:cNvSpPr/>
          <p:nvPr userDrawn="1"/>
        </p:nvSpPr>
        <p:spPr>
          <a:xfrm>
            <a:off x="-1" y="6793706"/>
            <a:ext cx="12192001" cy="642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BB1323-D909-46BE-0951-68B32ED93417}"/>
              </a:ext>
            </a:extLst>
          </p:cNvPr>
          <p:cNvSpPr txBox="1"/>
          <p:nvPr userDrawn="1"/>
        </p:nvSpPr>
        <p:spPr>
          <a:xfrm>
            <a:off x="224476" y="6455078"/>
            <a:ext cx="37820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dirty="0">
                <a:solidFill>
                  <a:schemeClr val="tx1"/>
                </a:solidFill>
              </a:rPr>
              <a:t>Private &amp; Confidential © DS Smith Ltd     www.dssmith.com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0EFEA-A137-8D33-6FFF-331CD91BB0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04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 SMITH-BUSINESS USE</a:t>
            </a:r>
          </a:p>
        </p:txBody>
      </p:sp>
    </p:spTree>
    <p:extLst>
      <p:ext uri="{BB962C8B-B14F-4D97-AF65-F5344CB8AC3E}">
        <p14:creationId xmlns:p14="http://schemas.microsoft.com/office/powerpoint/2010/main" val="212575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8" r:id="rId2"/>
    <p:sldLayoutId id="2147483787" r:id="rId3"/>
    <p:sldLayoutId id="2147483789" r:id="rId4"/>
    <p:sldLayoutId id="2147483790" r:id="rId5"/>
    <p:sldLayoutId id="2147483791" r:id="rId6"/>
    <p:sldLayoutId id="2147483792" r:id="rId7"/>
    <p:sldLayoutId id="2147483815" r:id="rId8"/>
    <p:sldLayoutId id="2147483819" r:id="rId9"/>
    <p:sldLayoutId id="2147483821" r:id="rId10"/>
    <p:sldLayoutId id="2147483793" r:id="rId11"/>
    <p:sldLayoutId id="2147483786" r:id="rId12"/>
    <p:sldLayoutId id="2147483738" r:id="rId13"/>
    <p:sldLayoutId id="2147483794" r:id="rId14"/>
    <p:sldLayoutId id="2147483795" r:id="rId15"/>
    <p:sldLayoutId id="2147483796" r:id="rId16"/>
    <p:sldLayoutId id="2147483797" r:id="rId17"/>
    <p:sldLayoutId id="2147483798" r:id="rId18"/>
    <p:sldLayoutId id="2147483799" r:id="rId19"/>
    <p:sldLayoutId id="2147483800" r:id="rId20"/>
    <p:sldLayoutId id="2147483801" r:id="rId21"/>
    <p:sldLayoutId id="2147483802" r:id="rId22"/>
    <p:sldLayoutId id="2147483755" r:id="rId23"/>
    <p:sldLayoutId id="2147483818" r:id="rId24"/>
    <p:sldLayoutId id="2147483757" r:id="rId25"/>
    <p:sldLayoutId id="2147483758" r:id="rId26"/>
    <p:sldLayoutId id="2147483759" r:id="rId27"/>
    <p:sldLayoutId id="2147483760" r:id="rId28"/>
    <p:sldLayoutId id="2147483761" r:id="rId29"/>
    <p:sldLayoutId id="2147483762" r:id="rId30"/>
    <p:sldLayoutId id="2147483763" r:id="rId31"/>
    <p:sldLayoutId id="2147483764" r:id="rId32"/>
    <p:sldLayoutId id="2147483765" r:id="rId33"/>
    <p:sldLayoutId id="2147483766" r:id="rId34"/>
    <p:sldLayoutId id="2147483767" r:id="rId35"/>
    <p:sldLayoutId id="2147483768" r:id="rId36"/>
    <p:sldLayoutId id="2147483769" r:id="rId37"/>
    <p:sldLayoutId id="2147483770" r:id="rId38"/>
    <p:sldLayoutId id="2147483805" r:id="rId39"/>
    <p:sldLayoutId id="2147483806" r:id="rId40"/>
    <p:sldLayoutId id="2147483807" r:id="rId41"/>
    <p:sldLayoutId id="2147483808" r:id="rId42"/>
    <p:sldLayoutId id="2147483810" r:id="rId43"/>
    <p:sldLayoutId id="2147483809" r:id="rId44"/>
    <p:sldLayoutId id="2147483814" r:id="rId45"/>
    <p:sldLayoutId id="2147483812" r:id="rId46"/>
    <p:sldLayoutId id="2147483813" r:id="rId47"/>
    <p:sldLayoutId id="2147483811" r:id="rId48"/>
    <p:sldLayoutId id="2147483804" r:id="rId49"/>
    <p:sldLayoutId id="2147483782" r:id="rId50"/>
    <p:sldLayoutId id="2147483803" r:id="rId5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9170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40000"/>
        <a:buFont typeface="Arial" panose="020B0604020202020204" pitchFamily="34" charset="0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Courier New" panose="02070309020205020404" pitchFamily="49" charset="0"/>
        <a:buNone/>
        <a:defRPr sz="1400" kern="1200">
          <a:solidFill>
            <a:srgbClr val="4D4D4D"/>
          </a:solidFill>
          <a:latin typeface="+mn-lt"/>
          <a:ea typeface="+mn-ea"/>
          <a:cs typeface="+mn-cs"/>
        </a:defRPr>
      </a:lvl2pPr>
      <a:lvl3pPr marL="180000" indent="-180000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defRPr sz="1400" kern="1200">
          <a:solidFill>
            <a:srgbClr val="4D4D4D"/>
          </a:solidFill>
          <a:latin typeface="+mn-lt"/>
          <a:ea typeface="+mn-ea"/>
          <a:cs typeface="+mn-cs"/>
        </a:defRPr>
      </a:lvl3pPr>
      <a:lvl4pPr marL="360000" indent="-180000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itchFamily="34" charset="0"/>
        <a:buChar char="–"/>
        <a:defRPr sz="1400" kern="1200">
          <a:solidFill>
            <a:srgbClr val="4D4D4D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Ø"/>
        <a:defRPr sz="1600" kern="1200">
          <a:solidFill>
            <a:srgbClr val="4D4D4D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0000"/>
          </p15:clr>
        </p15:guide>
        <p15:guide id="2" pos="7680" userDrawn="1">
          <p15:clr>
            <a:srgbClr val="000000"/>
          </p15:clr>
        </p15:guide>
        <p15:guide id="3" pos="294" userDrawn="1">
          <p15:clr>
            <a:srgbClr val="000000"/>
          </p15:clr>
        </p15:guide>
        <p15:guide id="4" pos="781" userDrawn="1">
          <p15:clr>
            <a:srgbClr val="E97132"/>
          </p15:clr>
        </p15:guide>
        <p15:guide id="5" pos="895" userDrawn="1">
          <p15:clr>
            <a:srgbClr val="E97132"/>
          </p15:clr>
        </p15:guide>
        <p15:guide id="6" pos="1382" userDrawn="1">
          <p15:clr>
            <a:srgbClr val="E97132"/>
          </p15:clr>
        </p15:guide>
        <p15:guide id="7" pos="1495" userDrawn="1">
          <p15:clr>
            <a:srgbClr val="E97132"/>
          </p15:clr>
        </p15:guide>
        <p15:guide id="8" pos="1982" userDrawn="1">
          <p15:clr>
            <a:srgbClr val="E97132"/>
          </p15:clr>
        </p15:guide>
        <p15:guide id="9" pos="2095" userDrawn="1">
          <p15:clr>
            <a:srgbClr val="E97132"/>
          </p15:clr>
        </p15:guide>
        <p15:guide id="10" pos="2582" userDrawn="1">
          <p15:clr>
            <a:srgbClr val="E97132"/>
          </p15:clr>
        </p15:guide>
        <p15:guide id="11" pos="2696" userDrawn="1">
          <p15:clr>
            <a:srgbClr val="E97132"/>
          </p15:clr>
        </p15:guide>
        <p15:guide id="12" pos="3182" userDrawn="1">
          <p15:clr>
            <a:srgbClr val="E97132"/>
          </p15:clr>
        </p15:guide>
        <p15:guide id="13" pos="3296" userDrawn="1">
          <p15:clr>
            <a:srgbClr val="E97132"/>
          </p15:clr>
        </p15:guide>
        <p15:guide id="14" pos="3783" userDrawn="1">
          <p15:clr>
            <a:srgbClr val="E97132"/>
          </p15:clr>
        </p15:guide>
        <p15:guide id="15" pos="3896" userDrawn="1">
          <p15:clr>
            <a:srgbClr val="E97132"/>
          </p15:clr>
        </p15:guide>
        <p15:guide id="16" pos="4383" userDrawn="1">
          <p15:clr>
            <a:srgbClr val="E97132"/>
          </p15:clr>
        </p15:guide>
        <p15:guide id="17" pos="4497" userDrawn="1">
          <p15:clr>
            <a:srgbClr val="E97132"/>
          </p15:clr>
        </p15:guide>
        <p15:guide id="18" pos="4983" userDrawn="1">
          <p15:clr>
            <a:srgbClr val="E97132"/>
          </p15:clr>
        </p15:guide>
        <p15:guide id="19" pos="5097" userDrawn="1">
          <p15:clr>
            <a:srgbClr val="E97132"/>
          </p15:clr>
        </p15:guide>
        <p15:guide id="20" pos="5584" userDrawn="1">
          <p15:clr>
            <a:srgbClr val="E97132"/>
          </p15:clr>
        </p15:guide>
        <p15:guide id="21" pos="5697" userDrawn="1">
          <p15:clr>
            <a:srgbClr val="E97132"/>
          </p15:clr>
        </p15:guide>
        <p15:guide id="22" pos="6184" userDrawn="1">
          <p15:clr>
            <a:srgbClr val="E97132"/>
          </p15:clr>
        </p15:guide>
        <p15:guide id="23" pos="6297" userDrawn="1">
          <p15:clr>
            <a:srgbClr val="E97132"/>
          </p15:clr>
        </p15:guide>
        <p15:guide id="24" pos="6784" userDrawn="1">
          <p15:clr>
            <a:srgbClr val="E97132"/>
          </p15:clr>
        </p15:guide>
        <p15:guide id="25" pos="6898" userDrawn="1">
          <p15:clr>
            <a:srgbClr val="E97132"/>
          </p15:clr>
        </p15:guide>
        <p15:guide id="26" pos="7385" userDrawn="1">
          <p15:clr>
            <a:srgbClr val="000000"/>
          </p15:clr>
        </p15:guide>
        <p15:guide id="27" orient="horz" userDrawn="1">
          <p15:clr>
            <a:srgbClr val="000000"/>
          </p15:clr>
        </p15:guide>
        <p15:guide id="28" orient="horz" pos="4320" userDrawn="1">
          <p15:clr>
            <a:srgbClr val="000000"/>
          </p15:clr>
        </p15:guide>
        <p15:guide id="29" orient="horz" pos="294" userDrawn="1">
          <p15:clr>
            <a:srgbClr val="000000"/>
          </p15:clr>
        </p15:guide>
        <p15:guide id="30" orient="horz" pos="795" userDrawn="1">
          <p15:clr>
            <a:srgbClr val="E97132"/>
          </p15:clr>
        </p15:guide>
        <p15:guide id="31" orient="horz" pos="908" userDrawn="1">
          <p15:clr>
            <a:srgbClr val="E97132"/>
          </p15:clr>
        </p15:guide>
        <p15:guide id="32" orient="horz" pos="1409" userDrawn="1">
          <p15:clr>
            <a:srgbClr val="E97132"/>
          </p15:clr>
        </p15:guide>
        <p15:guide id="33" orient="horz" pos="1523" userDrawn="1">
          <p15:clr>
            <a:srgbClr val="E97132"/>
          </p15:clr>
        </p15:guide>
        <p15:guide id="34" orient="horz" pos="2023" userDrawn="1">
          <p15:clr>
            <a:srgbClr val="E97132"/>
          </p15:clr>
        </p15:guide>
        <p15:guide id="35" orient="horz" pos="2137" userDrawn="1">
          <p15:clr>
            <a:srgbClr val="E97132"/>
          </p15:clr>
        </p15:guide>
        <p15:guide id="36" orient="horz" pos="2638" userDrawn="1">
          <p15:clr>
            <a:srgbClr val="E97132"/>
          </p15:clr>
        </p15:guide>
        <p15:guide id="37" orient="horz" pos="2751" userDrawn="1">
          <p15:clr>
            <a:srgbClr val="E97132"/>
          </p15:clr>
        </p15:guide>
        <p15:guide id="38" orient="horz" pos="3252" userDrawn="1">
          <p15:clr>
            <a:srgbClr val="E97132"/>
          </p15:clr>
        </p15:guide>
        <p15:guide id="39" orient="horz" pos="3365" userDrawn="1">
          <p15:clr>
            <a:srgbClr val="E97132"/>
          </p15:clr>
        </p15:guide>
        <p15:guide id="40" orient="horz" pos="3866" userDrawn="1">
          <p15:clr>
            <a:srgbClr val="000000"/>
          </p15:clr>
        </p15:guide>
        <p15:guide id="41" orient="horz" pos="4026" userDrawn="1">
          <p15:clr>
            <a:srgbClr val="000000"/>
          </p15:clr>
        </p15:guide>
        <p15:guide id="42" orient="horz" pos="3717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1EA78-706A-CA33-2818-E4DAE2B8F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14B1-DB4E-304F-4BEC-4FF703EEB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865" y="1787550"/>
            <a:ext cx="6096894" cy="1726627"/>
          </a:xfrm>
        </p:spPr>
        <p:txBody>
          <a:bodyPr/>
          <a:lstStyle/>
          <a:p>
            <a:r>
              <a:rPr lang="en-GB" dirty="0"/>
              <a:t>Adaptative Machine Learning Models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30C64-1E8D-8FBB-C083-392DDA0A3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8" y="3702965"/>
            <a:ext cx="5538789" cy="987539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3ECE4E3-3F30-2B38-D1EE-6B678AED0D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2436" y="6205950"/>
            <a:ext cx="1774825" cy="215444"/>
          </a:xfrm>
        </p:spPr>
        <p:txBody>
          <a:bodyPr/>
          <a:lstStyle/>
          <a:p>
            <a:r>
              <a:rPr lang="en-US" dirty="0"/>
              <a:t>05.08.26</a:t>
            </a:r>
          </a:p>
        </p:txBody>
      </p:sp>
    </p:spTree>
    <p:extLst>
      <p:ext uri="{BB962C8B-B14F-4D97-AF65-F5344CB8AC3E}">
        <p14:creationId xmlns:p14="http://schemas.microsoft.com/office/powerpoint/2010/main" val="145576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E8F97-1D6F-D7ED-3B1B-03ED89FA29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 algn="l"/>
              <a:t>2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C03F8F-4B94-C7CB-C4FD-30BCCDA7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11173506" cy="800219"/>
          </a:xfrm>
        </p:spPr>
        <p:txBody>
          <a:bodyPr/>
          <a:lstStyle/>
          <a:p>
            <a:r>
              <a:rPr lang="en-US" dirty="0"/>
              <a:t>The shift: from one-shot prediction to adaptive online prediction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62F93433-6E27-8233-0B11-8418355FDF4F}"/>
              </a:ext>
            </a:extLst>
          </p:cNvPr>
          <p:cNvSpPr txBox="1">
            <a:spLocks/>
          </p:cNvSpPr>
          <p:nvPr/>
        </p:nvSpPr>
        <p:spPr>
          <a:xfrm>
            <a:off x="452437" y="1280676"/>
            <a:ext cx="11256962" cy="723252"/>
          </a:xfrm>
          <a:prstGeom prst="rect">
            <a:avLst/>
          </a:prstGeom>
        </p:spPr>
        <p:txBody>
          <a:bodyPr/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Courier New" panose="02070309020205020404" pitchFamily="49" charset="0"/>
              <a:buNone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242424"/>
                </a:solidFill>
                <a:latin typeface="Segoe UI" panose="020B0502040204020203" pitchFamily="34" charset="0"/>
              </a:rPr>
              <a:t>This is not a different business idea: it is the same prediction problem with a controlled correction mechanism around it.</a:t>
            </a:r>
            <a:r>
              <a:rPr lang="en-GB" dirty="0"/>
              <a:t>.</a:t>
            </a:r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4B9AFE4F-F178-FF33-8AD5-A7BDEC55F6E0}"/>
              </a:ext>
            </a:extLst>
          </p:cNvPr>
          <p:cNvSpPr/>
          <p:nvPr/>
        </p:nvSpPr>
        <p:spPr>
          <a:xfrm>
            <a:off x="685800" y="193983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96579"/>
                </a:solidFill>
              </a:rPr>
              <a:t>Before</a:t>
            </a:r>
            <a:endParaRPr lang="en-US" sz="1700" dirty="0"/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A9A3F9AA-4531-93CF-9A2B-BA8C3BB37C96}"/>
              </a:ext>
            </a:extLst>
          </p:cNvPr>
          <p:cNvSpPr/>
          <p:nvPr/>
        </p:nvSpPr>
        <p:spPr>
          <a:xfrm>
            <a:off x="685800" y="2397034"/>
            <a:ext cx="1508760" cy="777240"/>
          </a:xfrm>
          <a:prstGeom prst="roundRect">
            <a:avLst>
              <a:gd name="adj" fmla="val 11765"/>
            </a:avLst>
          </a:prstGeom>
          <a:solidFill>
            <a:srgbClr val="EEF3FA"/>
          </a:solidFill>
          <a:ln w="1524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91260AA6-073A-FDAC-276B-50D805DEA202}"/>
              </a:ext>
            </a:extLst>
          </p:cNvPr>
          <p:cNvSpPr/>
          <p:nvPr/>
        </p:nvSpPr>
        <p:spPr>
          <a:xfrm>
            <a:off x="813816" y="2506762"/>
            <a:ext cx="125272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Process inputs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X(t)</a:t>
            </a:r>
            <a:endParaRPr lang="en-US" sz="1400" dirty="0"/>
          </a:p>
        </p:txBody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38F5B523-F3FA-3AA9-61BC-5941E40D6146}"/>
              </a:ext>
            </a:extLst>
          </p:cNvPr>
          <p:cNvSpPr/>
          <p:nvPr/>
        </p:nvSpPr>
        <p:spPr>
          <a:xfrm>
            <a:off x="2286000" y="2781082"/>
            <a:ext cx="777240" cy="0"/>
          </a:xfrm>
          <a:prstGeom prst="line">
            <a:avLst/>
          </a:prstGeom>
          <a:noFill/>
          <a:ln w="20320">
            <a:solidFill>
              <a:srgbClr val="5965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7">
            <a:extLst>
              <a:ext uri="{FF2B5EF4-FFF2-40B4-BE49-F238E27FC236}">
                <a16:creationId xmlns:a16="http://schemas.microsoft.com/office/drawing/2014/main" id="{0287EB66-82C0-4692-BDB8-C29D778EA380}"/>
              </a:ext>
            </a:extLst>
          </p:cNvPr>
          <p:cNvSpPr/>
          <p:nvPr/>
        </p:nvSpPr>
        <p:spPr>
          <a:xfrm>
            <a:off x="3154680" y="2397034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EEF3FA"/>
          </a:solidFill>
          <a:ln w="1524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AD58BCF0-5710-51DF-6E75-4C947DCBDDBF}"/>
              </a:ext>
            </a:extLst>
          </p:cNvPr>
          <p:cNvSpPr/>
          <p:nvPr/>
        </p:nvSpPr>
        <p:spPr>
          <a:xfrm>
            <a:off x="3282696" y="2506762"/>
            <a:ext cx="13441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Static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f(X)</a:t>
            </a:r>
            <a:endParaRPr lang="en-US" sz="1400" dirty="0"/>
          </a:p>
        </p:txBody>
      </p:sp>
      <p:sp>
        <p:nvSpPr>
          <p:cNvPr id="71" name="Shape 9">
            <a:extLst>
              <a:ext uri="{FF2B5EF4-FFF2-40B4-BE49-F238E27FC236}">
                <a16:creationId xmlns:a16="http://schemas.microsoft.com/office/drawing/2014/main" id="{7A0CCF0F-C03F-678A-68DE-EFD643B12738}"/>
              </a:ext>
            </a:extLst>
          </p:cNvPr>
          <p:cNvSpPr/>
          <p:nvPr/>
        </p:nvSpPr>
        <p:spPr>
          <a:xfrm>
            <a:off x="4846320" y="2781082"/>
            <a:ext cx="749808" cy="0"/>
          </a:xfrm>
          <a:prstGeom prst="line">
            <a:avLst/>
          </a:prstGeom>
          <a:noFill/>
          <a:ln w="20320">
            <a:solidFill>
              <a:srgbClr val="5965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10">
            <a:extLst>
              <a:ext uri="{FF2B5EF4-FFF2-40B4-BE49-F238E27FC236}">
                <a16:creationId xmlns:a16="http://schemas.microsoft.com/office/drawing/2014/main" id="{EDDC9275-20C9-F8F2-3277-C1B13577733D}"/>
              </a:ext>
            </a:extLst>
          </p:cNvPr>
          <p:cNvSpPr/>
          <p:nvPr/>
        </p:nvSpPr>
        <p:spPr>
          <a:xfrm>
            <a:off x="5687568" y="2397034"/>
            <a:ext cx="1508760" cy="777240"/>
          </a:xfrm>
          <a:prstGeom prst="roundRect">
            <a:avLst>
              <a:gd name="adj" fmla="val 11765"/>
            </a:avLst>
          </a:prstGeom>
          <a:solidFill>
            <a:srgbClr val="EEF3FA"/>
          </a:solidFill>
          <a:ln w="1524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2419974C-FEEF-1ABB-A8B8-9CD18033A779}"/>
              </a:ext>
            </a:extLst>
          </p:cNvPr>
          <p:cNvSpPr/>
          <p:nvPr/>
        </p:nvSpPr>
        <p:spPr>
          <a:xfrm>
            <a:off x="5815584" y="2506762"/>
            <a:ext cx="125272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Prediction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ŷ(t)</a:t>
            </a:r>
            <a:endParaRPr lang="en-US" sz="1400" dirty="0"/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DEB6B9D2-6A24-35E7-61E1-13C805327B7B}"/>
              </a:ext>
            </a:extLst>
          </p:cNvPr>
          <p:cNvSpPr/>
          <p:nvPr/>
        </p:nvSpPr>
        <p:spPr>
          <a:xfrm>
            <a:off x="685800" y="3357154"/>
            <a:ext cx="64922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96579"/>
                </a:solidFill>
              </a:rPr>
              <a:t>Good when the process is stable. Weak when sensor/lab bias, raw-material drift, or unmeasured conditions move slowly.</a:t>
            </a:r>
            <a:endParaRPr lang="en-US" sz="1500" dirty="0"/>
          </a:p>
        </p:txBody>
      </p:sp>
      <p:sp>
        <p:nvSpPr>
          <p:cNvPr id="79" name="Text 13">
            <a:extLst>
              <a:ext uri="{FF2B5EF4-FFF2-40B4-BE49-F238E27FC236}">
                <a16:creationId xmlns:a16="http://schemas.microsoft.com/office/drawing/2014/main" id="{899CCA4D-B99B-BB76-60BE-1E989C756C1C}"/>
              </a:ext>
            </a:extLst>
          </p:cNvPr>
          <p:cNvSpPr/>
          <p:nvPr/>
        </p:nvSpPr>
        <p:spPr>
          <a:xfrm>
            <a:off x="685800" y="418011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Now</a:t>
            </a:r>
            <a:endParaRPr lang="en-US" sz="1700" dirty="0"/>
          </a:p>
        </p:txBody>
      </p:sp>
      <p:sp>
        <p:nvSpPr>
          <p:cNvPr id="81" name="Shape 14">
            <a:extLst>
              <a:ext uri="{FF2B5EF4-FFF2-40B4-BE49-F238E27FC236}">
                <a16:creationId xmlns:a16="http://schemas.microsoft.com/office/drawing/2014/main" id="{00789A20-608A-4DF9-35A2-6648E383FA7F}"/>
              </a:ext>
            </a:extLst>
          </p:cNvPr>
          <p:cNvSpPr/>
          <p:nvPr/>
        </p:nvSpPr>
        <p:spPr>
          <a:xfrm>
            <a:off x="685800" y="4683034"/>
            <a:ext cx="1508760" cy="777240"/>
          </a:xfrm>
          <a:prstGeom prst="roundRect">
            <a:avLst>
              <a:gd name="adj" fmla="val 11765"/>
            </a:avLst>
          </a:prstGeom>
          <a:solidFill>
            <a:srgbClr val="EAF7F5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15">
            <a:extLst>
              <a:ext uri="{FF2B5EF4-FFF2-40B4-BE49-F238E27FC236}">
                <a16:creationId xmlns:a16="http://schemas.microsoft.com/office/drawing/2014/main" id="{B8B75CB0-C68D-FE19-70EF-8F77D92DA2BF}"/>
              </a:ext>
            </a:extLst>
          </p:cNvPr>
          <p:cNvSpPr/>
          <p:nvPr/>
        </p:nvSpPr>
        <p:spPr>
          <a:xfrm>
            <a:off x="813816" y="4792762"/>
            <a:ext cx="125272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Process inputs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X(t)</a:t>
            </a:r>
            <a:endParaRPr lang="en-US" sz="1400" dirty="0"/>
          </a:p>
        </p:txBody>
      </p:sp>
      <p:sp>
        <p:nvSpPr>
          <p:cNvPr id="85" name="Shape 16">
            <a:extLst>
              <a:ext uri="{FF2B5EF4-FFF2-40B4-BE49-F238E27FC236}">
                <a16:creationId xmlns:a16="http://schemas.microsoft.com/office/drawing/2014/main" id="{5BF216D5-E6DA-8C79-5118-9557D1888030}"/>
              </a:ext>
            </a:extLst>
          </p:cNvPr>
          <p:cNvSpPr/>
          <p:nvPr/>
        </p:nvSpPr>
        <p:spPr>
          <a:xfrm>
            <a:off x="2286000" y="5067082"/>
            <a:ext cx="777240" cy="0"/>
          </a:xfrm>
          <a:prstGeom prst="line">
            <a:avLst/>
          </a:prstGeom>
          <a:noFill/>
          <a:ln w="2032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17">
            <a:extLst>
              <a:ext uri="{FF2B5EF4-FFF2-40B4-BE49-F238E27FC236}">
                <a16:creationId xmlns:a16="http://schemas.microsoft.com/office/drawing/2014/main" id="{C4484896-9073-4AB7-C960-C296C19D32FB}"/>
              </a:ext>
            </a:extLst>
          </p:cNvPr>
          <p:cNvSpPr/>
          <p:nvPr/>
        </p:nvSpPr>
        <p:spPr>
          <a:xfrm>
            <a:off x="3154680" y="4683034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EAF7F5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Text 18">
            <a:extLst>
              <a:ext uri="{FF2B5EF4-FFF2-40B4-BE49-F238E27FC236}">
                <a16:creationId xmlns:a16="http://schemas.microsoft.com/office/drawing/2014/main" id="{AE3A7622-671D-633A-B937-18E2936666AA}"/>
              </a:ext>
            </a:extLst>
          </p:cNvPr>
          <p:cNvSpPr/>
          <p:nvPr/>
        </p:nvSpPr>
        <p:spPr>
          <a:xfrm>
            <a:off x="3282696" y="4792762"/>
            <a:ext cx="13441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TFP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f(X)</a:t>
            </a:r>
            <a:endParaRPr lang="en-US" sz="1400" dirty="0"/>
          </a:p>
        </p:txBody>
      </p:sp>
      <p:sp>
        <p:nvSpPr>
          <p:cNvPr id="91" name="Shape 19">
            <a:extLst>
              <a:ext uri="{FF2B5EF4-FFF2-40B4-BE49-F238E27FC236}">
                <a16:creationId xmlns:a16="http://schemas.microsoft.com/office/drawing/2014/main" id="{100CCC46-4EE3-BD0C-CDBD-6F65B9DF5272}"/>
              </a:ext>
            </a:extLst>
          </p:cNvPr>
          <p:cNvSpPr/>
          <p:nvPr/>
        </p:nvSpPr>
        <p:spPr>
          <a:xfrm>
            <a:off x="4846320" y="5067082"/>
            <a:ext cx="749808" cy="0"/>
          </a:xfrm>
          <a:prstGeom prst="line">
            <a:avLst/>
          </a:prstGeom>
          <a:noFill/>
          <a:ln w="2032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20">
            <a:extLst>
              <a:ext uri="{FF2B5EF4-FFF2-40B4-BE49-F238E27FC236}">
                <a16:creationId xmlns:a16="http://schemas.microsoft.com/office/drawing/2014/main" id="{6CBC0523-59DA-7B90-0B54-C5250123ED18}"/>
              </a:ext>
            </a:extLst>
          </p:cNvPr>
          <p:cNvSpPr/>
          <p:nvPr/>
        </p:nvSpPr>
        <p:spPr>
          <a:xfrm>
            <a:off x="5687568" y="4683034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EAF7F5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 21">
            <a:extLst>
              <a:ext uri="{FF2B5EF4-FFF2-40B4-BE49-F238E27FC236}">
                <a16:creationId xmlns:a16="http://schemas.microsoft.com/office/drawing/2014/main" id="{B5D407C2-642A-56A2-7DD3-2DA1192797CC}"/>
              </a:ext>
            </a:extLst>
          </p:cNvPr>
          <p:cNvSpPr/>
          <p:nvPr/>
        </p:nvSpPr>
        <p:spPr>
          <a:xfrm>
            <a:off x="5815584" y="4792762"/>
            <a:ext cx="120700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Base prediction</a:t>
            </a:r>
            <a:endParaRPr lang="en-US" sz="1300" dirty="0"/>
          </a:p>
        </p:txBody>
      </p:sp>
      <p:sp>
        <p:nvSpPr>
          <p:cNvPr id="97" name="Shape 22">
            <a:extLst>
              <a:ext uri="{FF2B5EF4-FFF2-40B4-BE49-F238E27FC236}">
                <a16:creationId xmlns:a16="http://schemas.microsoft.com/office/drawing/2014/main" id="{1782680B-FCE7-0FF2-87DA-105596E9DC86}"/>
              </a:ext>
            </a:extLst>
          </p:cNvPr>
          <p:cNvSpPr/>
          <p:nvPr/>
        </p:nvSpPr>
        <p:spPr>
          <a:xfrm>
            <a:off x="7242048" y="5067082"/>
            <a:ext cx="667512" cy="0"/>
          </a:xfrm>
          <a:prstGeom prst="line">
            <a:avLst/>
          </a:prstGeom>
          <a:noFill/>
          <a:ln w="2032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23">
            <a:extLst>
              <a:ext uri="{FF2B5EF4-FFF2-40B4-BE49-F238E27FC236}">
                <a16:creationId xmlns:a16="http://schemas.microsoft.com/office/drawing/2014/main" id="{7A9AF6AF-92E0-BA70-06FE-A4E69A567DFE}"/>
              </a:ext>
            </a:extLst>
          </p:cNvPr>
          <p:cNvSpPr/>
          <p:nvPr/>
        </p:nvSpPr>
        <p:spPr>
          <a:xfrm>
            <a:off x="8001000" y="4683034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FF4DD"/>
          </a:solidFill>
          <a:ln w="1524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Text 24">
            <a:extLst>
              <a:ext uri="{FF2B5EF4-FFF2-40B4-BE49-F238E27FC236}">
                <a16:creationId xmlns:a16="http://schemas.microsoft.com/office/drawing/2014/main" id="{FDD5391F-A6AE-C9B7-3FF4-03F79E887F5E}"/>
              </a:ext>
            </a:extLst>
          </p:cNvPr>
          <p:cNvSpPr/>
          <p:nvPr/>
        </p:nvSpPr>
        <p:spPr>
          <a:xfrm>
            <a:off x="8129016" y="4792762"/>
            <a:ext cx="152704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+ local level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correction</a:t>
            </a:r>
            <a:endParaRPr lang="en-US" sz="1300" dirty="0"/>
          </a:p>
        </p:txBody>
      </p:sp>
      <p:sp>
        <p:nvSpPr>
          <p:cNvPr id="103" name="Shape 25">
            <a:extLst>
              <a:ext uri="{FF2B5EF4-FFF2-40B4-BE49-F238E27FC236}">
                <a16:creationId xmlns:a16="http://schemas.microsoft.com/office/drawing/2014/main" id="{0DBB1CD2-7F29-1699-91DD-41127A9B2382}"/>
              </a:ext>
            </a:extLst>
          </p:cNvPr>
          <p:cNvSpPr/>
          <p:nvPr/>
        </p:nvSpPr>
        <p:spPr>
          <a:xfrm>
            <a:off x="9875520" y="5067082"/>
            <a:ext cx="502920" cy="0"/>
          </a:xfrm>
          <a:prstGeom prst="line">
            <a:avLst/>
          </a:prstGeom>
          <a:noFill/>
          <a:ln w="20320">
            <a:solidFill>
              <a:srgbClr val="F2A54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26">
            <a:extLst>
              <a:ext uri="{FF2B5EF4-FFF2-40B4-BE49-F238E27FC236}">
                <a16:creationId xmlns:a16="http://schemas.microsoft.com/office/drawing/2014/main" id="{8B32D70E-84EC-4C8F-DB66-E8330378174B}"/>
              </a:ext>
            </a:extLst>
          </p:cNvPr>
          <p:cNvSpPr/>
          <p:nvPr/>
        </p:nvSpPr>
        <p:spPr>
          <a:xfrm>
            <a:off x="10469880" y="4683034"/>
            <a:ext cx="1143000" cy="777240"/>
          </a:xfrm>
          <a:prstGeom prst="roundRect">
            <a:avLst>
              <a:gd name="adj" fmla="val 11765"/>
            </a:avLst>
          </a:prstGeom>
          <a:solidFill>
            <a:srgbClr val="EAF7F5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Text 27">
            <a:extLst>
              <a:ext uri="{FF2B5EF4-FFF2-40B4-BE49-F238E27FC236}">
                <a16:creationId xmlns:a16="http://schemas.microsoft.com/office/drawing/2014/main" id="{6D51D47E-97A3-49DB-C485-45977CAFD529}"/>
              </a:ext>
            </a:extLst>
          </p:cNvPr>
          <p:cNvSpPr/>
          <p:nvPr/>
        </p:nvSpPr>
        <p:spPr>
          <a:xfrm>
            <a:off x="10597896" y="4792762"/>
            <a:ext cx="886968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Adaptive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ŷ(t)</a:t>
            </a:r>
            <a:endParaRPr lang="en-US" sz="1300" dirty="0"/>
          </a:p>
        </p:txBody>
      </p:sp>
      <p:sp>
        <p:nvSpPr>
          <p:cNvPr id="108" name="Text Placeholder 10">
            <a:extLst>
              <a:ext uri="{FF2B5EF4-FFF2-40B4-BE49-F238E27FC236}">
                <a16:creationId xmlns:a16="http://schemas.microsoft.com/office/drawing/2014/main" id="{74F9CBDE-2811-31E0-7AE0-26EC20D28322}"/>
              </a:ext>
            </a:extLst>
          </p:cNvPr>
          <p:cNvSpPr txBox="1">
            <a:spLocks/>
          </p:cNvSpPr>
          <p:nvPr/>
        </p:nvSpPr>
        <p:spPr>
          <a:xfrm>
            <a:off x="646164" y="5784362"/>
            <a:ext cx="11063235" cy="3616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242424"/>
                </a:solidFill>
                <a:latin typeface="Segoe UI" panose="020B0502040204020203" pitchFamily="34" charset="0"/>
              </a:rPr>
              <a:t>— </a:t>
            </a:r>
            <a:r>
              <a:rPr lang="en-US" b="1" dirty="0">
                <a:solidFill>
                  <a:srgbClr val="242424"/>
                </a:solidFill>
                <a:latin typeface="Segoe UI" panose="020B0502040204020203" pitchFamily="34" charset="0"/>
              </a:rPr>
              <a:t>this is like “correcting prediction using previous measured values” mechanism but implemented in a statistically controlled way.</a:t>
            </a:r>
            <a:r>
              <a:rPr lang="en-GB" dirty="0"/>
              <a:t> </a:t>
            </a:r>
            <a:endParaRPr lang="en-GB" dirty="0">
              <a:solidFill>
                <a:srgbClr val="24242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75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DF72-0229-C369-3D2B-2B4763705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8D348-89BC-AEB5-9307-390ED9461F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 algn="l"/>
              <a:t>3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B7C6A64-99FA-0172-4C5C-0C687875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11173506" cy="800219"/>
          </a:xfrm>
        </p:spPr>
        <p:txBody>
          <a:bodyPr/>
          <a:lstStyle/>
          <a:p>
            <a:r>
              <a:rPr lang="en-US" dirty="0"/>
              <a:t>What the hidden state is — and what it is not</a:t>
            </a:r>
            <a:br>
              <a:rPr lang="en-US" sz="2800" dirty="0"/>
            </a:br>
            <a:endParaRPr lang="en-US" dirty="0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B1832EB0-0243-7DE6-026C-760A1DA985C4}"/>
              </a:ext>
            </a:extLst>
          </p:cNvPr>
          <p:cNvSpPr txBox="1">
            <a:spLocks/>
          </p:cNvSpPr>
          <p:nvPr/>
        </p:nvSpPr>
        <p:spPr>
          <a:xfrm>
            <a:off x="315371" y="1280590"/>
            <a:ext cx="11739563" cy="723252"/>
          </a:xfrm>
          <a:prstGeom prst="rect">
            <a:avLst/>
          </a:prstGeom>
        </p:spPr>
        <p:txBody>
          <a:bodyPr/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Courier New" panose="02070309020205020404" pitchFamily="49" charset="0"/>
              <a:buNone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242424"/>
                </a:solidFill>
                <a:latin typeface="Segoe UI" panose="020B0502040204020203" pitchFamily="34" charset="0"/>
              </a:rPr>
              <a:t>The hidden state is an estimated correction term: a slowly moving offset that captures what the measured data says the model is currently missing.</a:t>
            </a:r>
            <a:r>
              <a:rPr lang="en-GB" dirty="0"/>
              <a:t>.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F1F3900-92DB-2FFF-D785-9F8CACC8EC0F}"/>
              </a:ext>
            </a:extLst>
          </p:cNvPr>
          <p:cNvSpPr/>
          <p:nvPr/>
        </p:nvSpPr>
        <p:spPr>
          <a:xfrm>
            <a:off x="1965960" y="2314136"/>
            <a:ext cx="1691640" cy="0"/>
          </a:xfrm>
          <a:prstGeom prst="line">
            <a:avLst/>
          </a:prstGeom>
          <a:noFill/>
          <a:ln w="22860">
            <a:solidFill>
              <a:srgbClr val="316D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D2B1DC7-1B9E-2635-7630-F3B726B7E1BB}"/>
              </a:ext>
            </a:extLst>
          </p:cNvPr>
          <p:cNvSpPr/>
          <p:nvPr/>
        </p:nvSpPr>
        <p:spPr>
          <a:xfrm>
            <a:off x="1965960" y="4371536"/>
            <a:ext cx="1691640" cy="0"/>
          </a:xfrm>
          <a:prstGeom prst="line">
            <a:avLst/>
          </a:prstGeom>
          <a:noFill/>
          <a:ln w="22860">
            <a:solidFill>
              <a:srgbClr val="F2A54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CC9A3CE1-FC20-AFE6-0A56-002B1F1D811B}"/>
              </a:ext>
            </a:extLst>
          </p:cNvPr>
          <p:cNvSpPr/>
          <p:nvPr/>
        </p:nvSpPr>
        <p:spPr>
          <a:xfrm>
            <a:off x="5486400" y="2314136"/>
            <a:ext cx="1005840" cy="713232"/>
          </a:xfrm>
          <a:prstGeom prst="line">
            <a:avLst/>
          </a:prstGeom>
          <a:noFill/>
          <a:ln w="2286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A884AC7-4421-49F6-9549-6FB1D0B69D40}"/>
              </a:ext>
            </a:extLst>
          </p:cNvPr>
          <p:cNvSpPr/>
          <p:nvPr/>
        </p:nvSpPr>
        <p:spPr>
          <a:xfrm flipV="1">
            <a:off x="5486400" y="3731456"/>
            <a:ext cx="1014984" cy="640080"/>
          </a:xfrm>
          <a:prstGeom prst="line">
            <a:avLst/>
          </a:prstGeom>
          <a:noFill/>
          <a:ln w="22860">
            <a:solidFill>
              <a:srgbClr val="F2A54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568354D0-485C-E8F1-B963-42EA428DBCF1}"/>
              </a:ext>
            </a:extLst>
          </p:cNvPr>
          <p:cNvSpPr/>
          <p:nvPr/>
        </p:nvSpPr>
        <p:spPr>
          <a:xfrm>
            <a:off x="8823960" y="3365696"/>
            <a:ext cx="1325880" cy="0"/>
          </a:xfrm>
          <a:prstGeom prst="line">
            <a:avLst/>
          </a:prstGeom>
          <a:noFill/>
          <a:ln w="22860">
            <a:solidFill>
              <a:srgbClr val="0F172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D328C7A0-5C9C-7CDA-3FCD-3A71CD1C385F}"/>
              </a:ext>
            </a:extLst>
          </p:cNvPr>
          <p:cNvSpPr/>
          <p:nvPr/>
        </p:nvSpPr>
        <p:spPr>
          <a:xfrm>
            <a:off x="594360" y="1902656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 w="15240">
            <a:solidFill>
              <a:srgbClr val="316D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10AC5C0C-2E39-4E9A-DAFF-0C812106AC03}"/>
              </a:ext>
            </a:extLst>
          </p:cNvPr>
          <p:cNvSpPr/>
          <p:nvPr/>
        </p:nvSpPr>
        <p:spPr>
          <a:xfrm>
            <a:off x="722376" y="2012384"/>
            <a:ext cx="125272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Current process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conditions X(t)</a:t>
            </a:r>
            <a:endParaRPr lang="en-US" sz="13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2C82CC41-6D14-8C38-FD41-991E1333D51B}"/>
              </a:ext>
            </a:extLst>
          </p:cNvPr>
          <p:cNvSpPr/>
          <p:nvPr/>
        </p:nvSpPr>
        <p:spPr>
          <a:xfrm>
            <a:off x="594360" y="3960056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FFF4DD"/>
          </a:solidFill>
          <a:ln w="1524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39C41210-1417-EA50-A4C9-0D02567B892F}"/>
              </a:ext>
            </a:extLst>
          </p:cNvPr>
          <p:cNvSpPr/>
          <p:nvPr/>
        </p:nvSpPr>
        <p:spPr>
          <a:xfrm>
            <a:off x="722376" y="4069784"/>
            <a:ext cx="125272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Last measured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strength y(t−1)</a:t>
            </a:r>
            <a:endParaRPr lang="en-US" sz="13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71588FD8-14DA-BDF5-4EC5-FA2A46C53139}"/>
              </a:ext>
            </a:extLst>
          </p:cNvPr>
          <p:cNvSpPr/>
          <p:nvPr/>
        </p:nvSpPr>
        <p:spPr>
          <a:xfrm>
            <a:off x="3657600" y="1856936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 w="15240">
            <a:solidFill>
              <a:srgbClr val="316D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787149B7-46B4-9C9A-9430-E768F5AFD12F}"/>
              </a:ext>
            </a:extLst>
          </p:cNvPr>
          <p:cNvSpPr/>
          <p:nvPr/>
        </p:nvSpPr>
        <p:spPr>
          <a:xfrm>
            <a:off x="3785616" y="1966664"/>
            <a:ext cx="157276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Structural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coefficients</a:t>
            </a:r>
            <a:endParaRPr lang="en-US" sz="140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D648A6BE-B93A-8817-2F12-CA0A77A6A3B2}"/>
              </a:ext>
            </a:extLst>
          </p:cNvPr>
          <p:cNvSpPr/>
          <p:nvPr/>
        </p:nvSpPr>
        <p:spPr>
          <a:xfrm>
            <a:off x="3657600" y="3914336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4DD"/>
          </a:solidFill>
          <a:ln w="1524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4EA04996-20FF-DEEC-A827-0B9E6DF3DF19}"/>
              </a:ext>
            </a:extLst>
          </p:cNvPr>
          <p:cNvSpPr/>
          <p:nvPr/>
        </p:nvSpPr>
        <p:spPr>
          <a:xfrm>
            <a:off x="3785616" y="4024064"/>
            <a:ext cx="157276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Local level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hidden state</a:t>
            </a:r>
            <a:endParaRPr lang="en-US" sz="1400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0F14C174-7D08-D8BB-103B-E597F8634BD5}"/>
              </a:ext>
            </a:extLst>
          </p:cNvPr>
          <p:cNvSpPr/>
          <p:nvPr/>
        </p:nvSpPr>
        <p:spPr>
          <a:xfrm>
            <a:off x="6629400" y="2817056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EAF7F5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81593215-6721-83D8-B872-A6F84BF9F0E8}"/>
              </a:ext>
            </a:extLst>
          </p:cNvPr>
          <p:cNvSpPr/>
          <p:nvPr/>
        </p:nvSpPr>
        <p:spPr>
          <a:xfrm>
            <a:off x="6757416" y="2926784"/>
            <a:ext cx="207568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Prediction =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process effect + correction</a:t>
            </a:r>
            <a:endParaRPr lang="en-US" sz="1500" dirty="0"/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16A9B1B5-26B8-3ED0-B66D-480EF52F5AEC}"/>
              </a:ext>
            </a:extLst>
          </p:cNvPr>
          <p:cNvSpPr/>
          <p:nvPr/>
        </p:nvSpPr>
        <p:spPr>
          <a:xfrm>
            <a:off x="10149840" y="2908496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52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BD62F030-4D2B-C633-07EF-82019F9C5FA2}"/>
              </a:ext>
            </a:extLst>
          </p:cNvPr>
          <p:cNvSpPr/>
          <p:nvPr/>
        </p:nvSpPr>
        <p:spPr>
          <a:xfrm>
            <a:off x="10277856" y="3018224"/>
            <a:ext cx="116128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Online strength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forecast</a:t>
            </a:r>
            <a:endParaRPr lang="en-US" sz="1300" dirty="0"/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295CC5B7-B90F-AD06-6F35-F7D3C07F2569}"/>
              </a:ext>
            </a:extLst>
          </p:cNvPr>
          <p:cNvSpPr txBox="1">
            <a:spLocks/>
          </p:cNvSpPr>
          <p:nvPr/>
        </p:nvSpPr>
        <p:spPr>
          <a:xfrm>
            <a:off x="646164" y="5605976"/>
            <a:ext cx="11063235" cy="5400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242424"/>
                </a:solidFill>
                <a:latin typeface="Segoe UI" panose="020B0502040204020203" pitchFamily="34" charset="0"/>
              </a:rPr>
              <a:t>— </a:t>
            </a:r>
            <a:r>
              <a:rPr lang="en-US" b="1" dirty="0">
                <a:solidFill>
                  <a:srgbClr val="242424"/>
                </a:solidFill>
                <a:latin typeface="Segoe UI" panose="020B0502040204020203" pitchFamily="34" charset="0"/>
              </a:rPr>
              <a:t>It is not a “black box memory”. It is a Kalman-filter-like update: new measured values adjust the correction, while the process model remains interpretable..</a:t>
            </a:r>
            <a:r>
              <a:rPr lang="en-GB" dirty="0"/>
              <a:t> </a:t>
            </a:r>
            <a:endParaRPr lang="en-GB" dirty="0">
              <a:solidFill>
                <a:srgbClr val="24242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55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FA28B-4ABB-C307-F125-8D4CC5BB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E5A11-DBC4-B94F-443D-047904A0704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l"/>
            <a:fld id="{10A6B33C-8CE8-42E3-8E60-F5ECE3D1A841}" type="slidenum">
              <a:rPr lang="en-GB" smtClean="0"/>
              <a:pPr algn="l"/>
              <a:t>4</a:t>
            </a:fld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8EF91B-F57B-2660-35FB-7427AAA5B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392001"/>
            <a:ext cx="11173506" cy="1231106"/>
          </a:xfrm>
        </p:spPr>
        <p:txBody>
          <a:bodyPr/>
          <a:lstStyle/>
          <a:p>
            <a:r>
              <a:rPr lang="en-US" dirty="0"/>
              <a:t>Why TFP + local level is a safe evolution from the UOC model</a:t>
            </a:r>
            <a:br>
              <a:rPr lang="en-US" sz="2800" dirty="0"/>
            </a:br>
            <a:br>
              <a:rPr lang="en-US" sz="2800" dirty="0"/>
            </a:br>
            <a:endParaRPr lang="en-US" dirty="0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9050DA80-D2C7-770D-CE87-FAF2D2CB3E1A}"/>
              </a:ext>
            </a:extLst>
          </p:cNvPr>
          <p:cNvSpPr txBox="1">
            <a:spLocks/>
          </p:cNvSpPr>
          <p:nvPr/>
        </p:nvSpPr>
        <p:spPr>
          <a:xfrm>
            <a:off x="315371" y="1280590"/>
            <a:ext cx="11739563" cy="723252"/>
          </a:xfrm>
          <a:prstGeom prst="rect">
            <a:avLst/>
          </a:prstGeom>
        </p:spPr>
        <p:txBody>
          <a:bodyPr/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40000"/>
              <a:buFont typeface="Arial" panose="020B0604020202020204" pitchFamily="34" charset="0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Courier New" panose="02070309020205020404" pitchFamily="49" charset="0"/>
              <a:buNone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itchFamily="34" charset="0"/>
              <a:buChar char="–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Ø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242424"/>
                </a:solidFill>
                <a:latin typeface="Segoe UI" panose="020B0502040204020203" pitchFamily="34" charset="0"/>
              </a:rPr>
              <a:t>We already proved this modeling idea with the UOC online strength model (the one currently deployed); TFP (</a:t>
            </a:r>
            <a:r>
              <a:rPr lang="en-US" b="0" dirty="0" err="1">
                <a:solidFill>
                  <a:srgbClr val="242424"/>
                </a:solidFill>
                <a:latin typeface="Segoe UI" panose="020B0502040204020203" pitchFamily="34" charset="0"/>
              </a:rPr>
              <a:t>Tensorflow</a:t>
            </a:r>
            <a:r>
              <a:rPr lang="en-US" b="0" dirty="0">
                <a:solidFill>
                  <a:srgbClr val="242424"/>
                </a:solidFill>
                <a:latin typeface="Segoe UI" panose="020B0502040204020203" pitchFamily="34" charset="0"/>
              </a:rPr>
              <a:t> Probabilistic) makes it more flexible, probabilistic, and easier to combine with regression features.</a:t>
            </a:r>
            <a:r>
              <a:rPr lang="en-GB" dirty="0"/>
              <a:t>.</a:t>
            </a: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5306C12A-6C01-E70D-C44D-5C6EF11A7FCF}"/>
              </a:ext>
            </a:extLst>
          </p:cNvPr>
          <p:cNvSpPr/>
          <p:nvPr/>
        </p:nvSpPr>
        <p:spPr>
          <a:xfrm>
            <a:off x="685800" y="2206116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EF3FA"/>
          </a:solidFill>
          <a:ln w="1524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3D8432C-11DA-AD22-FB01-C1003C93C43D}"/>
              </a:ext>
            </a:extLst>
          </p:cNvPr>
          <p:cNvSpPr/>
          <p:nvPr/>
        </p:nvSpPr>
        <p:spPr>
          <a:xfrm>
            <a:off x="813816" y="2315844"/>
            <a:ext cx="207568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Current UOC model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accepted by users</a:t>
            </a:r>
            <a:endParaRPr lang="en-US" sz="16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0A12BB5F-9535-D1A5-E2E1-327826820D7C}"/>
              </a:ext>
            </a:extLst>
          </p:cNvPr>
          <p:cNvSpPr/>
          <p:nvPr/>
        </p:nvSpPr>
        <p:spPr>
          <a:xfrm>
            <a:off x="3034104" y="2690748"/>
            <a:ext cx="914400" cy="0"/>
          </a:xfrm>
          <a:prstGeom prst="line">
            <a:avLst/>
          </a:prstGeom>
          <a:noFill/>
          <a:ln w="22860">
            <a:solidFill>
              <a:srgbClr val="5965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31DFE15B-864C-2020-F158-6EB21BABFEA4}"/>
              </a:ext>
            </a:extLst>
          </p:cNvPr>
          <p:cNvSpPr/>
          <p:nvPr/>
        </p:nvSpPr>
        <p:spPr>
          <a:xfrm>
            <a:off x="3959554" y="2216164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F4DD"/>
          </a:solidFill>
          <a:ln w="1524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6889C59C-8932-E6A4-CEDF-0D65518D1793}"/>
              </a:ext>
            </a:extLst>
          </p:cNvPr>
          <p:cNvSpPr/>
          <p:nvPr/>
        </p:nvSpPr>
        <p:spPr>
          <a:xfrm>
            <a:off x="4087570" y="2315844"/>
            <a:ext cx="207568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Same online-update logic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local level</a:t>
            </a:r>
            <a:endParaRPr lang="en-US" sz="16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BFDF48B1-5150-00B0-A5CB-B6154A139AAE}"/>
              </a:ext>
            </a:extLst>
          </p:cNvPr>
          <p:cNvSpPr/>
          <p:nvPr/>
        </p:nvSpPr>
        <p:spPr>
          <a:xfrm>
            <a:off x="6327955" y="2690748"/>
            <a:ext cx="914400" cy="0"/>
          </a:xfrm>
          <a:prstGeom prst="line">
            <a:avLst/>
          </a:prstGeom>
          <a:noFill/>
          <a:ln w="22860">
            <a:solidFill>
              <a:srgbClr val="5965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CD4ABA1F-44A9-A234-EEF5-22DB8BC4645A}"/>
              </a:ext>
            </a:extLst>
          </p:cNvPr>
          <p:cNvSpPr/>
          <p:nvPr/>
        </p:nvSpPr>
        <p:spPr>
          <a:xfrm>
            <a:off x="7283551" y="2206116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EAF7F5"/>
          </a:solidFill>
          <a:ln w="152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F4BEDCFA-10BB-672D-C777-2AB308EED8D7}"/>
              </a:ext>
            </a:extLst>
          </p:cNvPr>
          <p:cNvSpPr/>
          <p:nvPr/>
        </p:nvSpPr>
        <p:spPr>
          <a:xfrm>
            <a:off x="7411567" y="2315844"/>
            <a:ext cx="207568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TFP implementation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uncertainty + features</a:t>
            </a:r>
            <a:endParaRPr lang="en-US" sz="1600" dirty="0"/>
          </a:p>
        </p:txBody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358E07CA-DB4A-2D47-07E4-DF007CC7D46C}"/>
              </a:ext>
            </a:extLst>
          </p:cNvPr>
          <p:cNvSpPr/>
          <p:nvPr/>
        </p:nvSpPr>
        <p:spPr>
          <a:xfrm>
            <a:off x="9611749" y="2690748"/>
            <a:ext cx="594360" cy="0"/>
          </a:xfrm>
          <a:prstGeom prst="line">
            <a:avLst/>
          </a:prstGeom>
          <a:noFill/>
          <a:ln w="22860">
            <a:solidFill>
              <a:srgbClr val="59657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30F0D152-B531-277C-F8C3-2E7727536667}"/>
              </a:ext>
            </a:extLst>
          </p:cNvPr>
          <p:cNvSpPr/>
          <p:nvPr/>
        </p:nvSpPr>
        <p:spPr>
          <a:xfrm>
            <a:off x="10206109" y="2206116"/>
            <a:ext cx="1452491" cy="96012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 w="15240">
            <a:solidFill>
              <a:srgbClr val="316D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099D7116-D875-C8AC-B2F1-BB95E15D6BCD}"/>
              </a:ext>
            </a:extLst>
          </p:cNvPr>
          <p:cNvSpPr/>
          <p:nvPr/>
        </p:nvSpPr>
        <p:spPr>
          <a:xfrm>
            <a:off x="10429289" y="2315844"/>
            <a:ext cx="1101295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Better online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prediction</a:t>
            </a:r>
            <a:endParaRPr lang="en-US" sz="120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867FF357-1B14-45FF-0B02-DB95C406100E}"/>
              </a:ext>
            </a:extLst>
          </p:cNvPr>
          <p:cNvSpPr/>
          <p:nvPr/>
        </p:nvSpPr>
        <p:spPr>
          <a:xfrm>
            <a:off x="960119" y="4309236"/>
            <a:ext cx="53678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We keep the interpretable process model.</a:t>
            </a:r>
            <a:endParaRPr lang="en-US" sz="17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66AAD0D7-5CE4-6072-25AE-6230C3FD521F}"/>
              </a:ext>
            </a:extLst>
          </p:cNvPr>
          <p:cNvSpPr/>
          <p:nvPr/>
        </p:nvSpPr>
        <p:spPr>
          <a:xfrm>
            <a:off x="960119" y="4857876"/>
            <a:ext cx="678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We add the correction mechanism using previous measurements.</a:t>
            </a:r>
            <a:endParaRPr lang="en-US" sz="1700" dirty="0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DB4BC663-E713-684A-9B75-67F1889043E4}"/>
              </a:ext>
            </a:extLst>
          </p:cNvPr>
          <p:cNvSpPr/>
          <p:nvPr/>
        </p:nvSpPr>
        <p:spPr>
          <a:xfrm>
            <a:off x="960119" y="5406516"/>
            <a:ext cx="6656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We control it with priors, update rules, and monitoring.</a:t>
            </a:r>
            <a:endParaRPr lang="en-US" sz="1700" dirty="0"/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2793806F-BE82-E765-547C-EDE913094E17}"/>
              </a:ext>
            </a:extLst>
          </p:cNvPr>
          <p:cNvSpPr/>
          <p:nvPr/>
        </p:nvSpPr>
        <p:spPr>
          <a:xfrm>
            <a:off x="7863840" y="4080636"/>
            <a:ext cx="3063240" cy="1645920"/>
          </a:xfrm>
          <a:prstGeom prst="arc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B943121A-5425-D71F-2329-2B5C8B86AB6A}"/>
              </a:ext>
            </a:extLst>
          </p:cNvPr>
          <p:cNvSpPr/>
          <p:nvPr/>
        </p:nvSpPr>
        <p:spPr>
          <a:xfrm>
            <a:off x="8366760" y="41720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</a:rPr>
              <a:t>Framing</a:t>
            </a:r>
            <a:endParaRPr lang="en-US" sz="1400" dirty="0"/>
          </a:p>
        </p:txBody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CEAA82C9-D1BB-030C-9AB7-21836C3AA6B0}"/>
              </a:ext>
            </a:extLst>
          </p:cNvPr>
          <p:cNvSpPr/>
          <p:nvPr/>
        </p:nvSpPr>
        <p:spPr>
          <a:xfrm>
            <a:off x="8046720" y="46749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Evolution, not reinvention</a:t>
            </a:r>
            <a:endParaRPr lang="en-US" sz="2200" dirty="0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C12C56C3-208E-27C4-E028-CCDA2F43F724}"/>
              </a:ext>
            </a:extLst>
          </p:cNvPr>
          <p:cNvSpPr/>
          <p:nvPr/>
        </p:nvSpPr>
        <p:spPr>
          <a:xfrm>
            <a:off x="8138160" y="51321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6579"/>
                </a:solidFill>
              </a:rPr>
              <a:t>UOC → local level → TFP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610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E8F97-1D6F-D7ED-3B1B-03ED89FA29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61800" y="320675"/>
            <a:ext cx="330200" cy="184150"/>
          </a:xfrm>
        </p:spPr>
        <p:txBody>
          <a:bodyPr/>
          <a:lstStyle/>
          <a:p>
            <a:pPr algn="l"/>
            <a:fld id="{10A6B33C-8CE8-42E3-8E60-F5ECE3D1A841}" type="slidenum">
              <a:rPr lang="en-GB" smtClean="0"/>
              <a:pPr algn="l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08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S Smith Template">
  <a:themeElements>
    <a:clrScheme name="DS Smith Colour Palette">
      <a:dk1>
        <a:srgbClr val="4D4D4D"/>
      </a:dk1>
      <a:lt1>
        <a:srgbClr val="FFFFFF"/>
      </a:lt1>
      <a:dk2>
        <a:srgbClr val="FF6200"/>
      </a:dk2>
      <a:lt2>
        <a:srgbClr val="4D4D4D"/>
      </a:lt2>
      <a:accent1>
        <a:srgbClr val="CD3700"/>
      </a:accent1>
      <a:accent2>
        <a:srgbClr val="FBB040"/>
      </a:accent2>
      <a:accent3>
        <a:srgbClr val="920C2C"/>
      </a:accent3>
      <a:accent4>
        <a:srgbClr val="5E024E"/>
      </a:accent4>
      <a:accent5>
        <a:srgbClr val="0082A8"/>
      </a:accent5>
      <a:accent6>
        <a:srgbClr val="A2BC13"/>
      </a:accent6>
      <a:hlink>
        <a:srgbClr val="4D4D4D"/>
      </a:hlink>
      <a:folHlink>
        <a:srgbClr val="4D4D4D"/>
      </a:folHlink>
    </a:clrScheme>
    <a:fontScheme name="DS Smith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Primary Orange">
      <a:srgbClr val="FF6200"/>
    </a:custClr>
    <a:custClr name="Primary Grey">
      <a:srgbClr val="4D4D4D"/>
    </a:custClr>
    <a:custClr name="Secondary Deep Orange">
      <a:srgbClr val="CD3700"/>
    </a:custClr>
    <a:custClr name="Secondary Light Orange">
      <a:srgbClr val="FBB040"/>
    </a:custClr>
    <a:custClr name="Tertiary Deep Red">
      <a:srgbClr val="920C2C"/>
    </a:custClr>
    <a:custClr name="Tertiary Purple">
      <a:srgbClr val="5E024E"/>
    </a:custClr>
    <a:custClr name="Tertiary Blue">
      <a:srgbClr val="0082A8"/>
    </a:custClr>
    <a:custClr name="Tertiary Green">
      <a:srgbClr val="A2BC13"/>
    </a:custClr>
  </a:custClrLst>
  <a:extLst>
    <a:ext uri="{05A4C25C-085E-4340-85A3-A5531E510DB2}">
      <thm15:themeFamily xmlns:thm15="http://schemas.microsoft.com/office/thememl/2012/main" name="Presentation3" id="{6DCE4ED0-C43F-9D45-9862-05FD6D30BF85}" vid="{BE301A53-3BB5-EC43-9917-8D7D497858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86D310DC18D449BEB0A77A59A335A0" ma:contentTypeVersion="16" ma:contentTypeDescription="Create a new document." ma:contentTypeScope="" ma:versionID="871f4ae6f454ea35a19d3322e857c4a2">
  <xsd:schema xmlns:xsd="http://www.w3.org/2001/XMLSchema" xmlns:xs="http://www.w3.org/2001/XMLSchema" xmlns:p="http://schemas.microsoft.com/office/2006/metadata/properties" xmlns:ns2="c5ddf3c5-bcc6-45b5-8e33-908390b3752a" xmlns:ns3="78541eda-08ea-48d7-8841-10e2c994ecb0" targetNamespace="http://schemas.microsoft.com/office/2006/metadata/properties" ma:root="true" ma:fieldsID="b0a967ff92eb8edd3e20083d063a0257" ns2:_="" ns3:_="">
    <xsd:import namespace="c5ddf3c5-bcc6-45b5-8e33-908390b3752a"/>
    <xsd:import namespace="78541eda-08ea-48d7-8841-10e2c994ec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ddf3c5-bcc6-45b5-8e33-908390b375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5fe846-f9e6-4723-8f63-6037faa24b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541eda-08ea-48d7-8841-10e2c994ecb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91767cc-42df-4c28-85ff-36070cbdb3d0}" ma:internalName="TaxCatchAll" ma:showField="CatchAllData" ma:web="78541eda-08ea-48d7-8841-10e2c994ec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ddf3c5-bcc6-45b5-8e33-908390b3752a">
      <Terms xmlns="http://schemas.microsoft.com/office/infopath/2007/PartnerControls"/>
    </lcf76f155ced4ddcb4097134ff3c332f>
    <TaxCatchAll xmlns="78541eda-08ea-48d7-8841-10e2c994ecb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43649B-8B3F-4A09-91D8-C798813F5D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ddf3c5-bcc6-45b5-8e33-908390b3752a"/>
    <ds:schemaRef ds:uri="78541eda-08ea-48d7-8841-10e2c994ec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11CBF79-5D93-4D84-A896-C8D868775108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8cec510d-3767-4d2f-aee4-333407e5799e"/>
    <ds:schemaRef ds:uri="250f4e29-9f94-4f3b-aa8b-2524ce11f00e"/>
    <ds:schemaRef ds:uri="http://purl.org/dc/terms/"/>
    <ds:schemaRef ds:uri="c5ddf3c5-bcc6-45b5-8e33-908390b3752a"/>
    <ds:schemaRef ds:uri="78541eda-08ea-48d7-8841-10e2c994ecb0"/>
  </ds:schemaRefs>
</ds:datastoreItem>
</file>

<file path=customXml/itemProps3.xml><?xml version="1.0" encoding="utf-8"?>
<ds:datastoreItem xmlns:ds="http://schemas.openxmlformats.org/officeDocument/2006/customXml" ds:itemID="{5BAB7DAA-CCAF-4004-86A8-F493AE2011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AI Process Analysis</Template>
  <TotalTime>8385</TotalTime>
  <Words>343</Words>
  <Application>Microsoft Office PowerPoint</Application>
  <PresentationFormat>Widescreen</PresentationFormat>
  <Paragraphs>60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Courier New</vt:lpstr>
      <vt:lpstr>Segoe UI</vt:lpstr>
      <vt:lpstr>Verdana</vt:lpstr>
      <vt:lpstr>Weir Modern</vt:lpstr>
      <vt:lpstr>Wingdings</vt:lpstr>
      <vt:lpstr>DS Smith Template</vt:lpstr>
      <vt:lpstr>Adaptative Machine Learning Models</vt:lpstr>
      <vt:lpstr>The shift: from one-shot prediction to adaptive online prediction</vt:lpstr>
      <vt:lpstr>What the hidden state is — and what it is not </vt:lpstr>
      <vt:lpstr>Why TFP + local level is a safe evolution from the UOC model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Angel Gonzalez</dc:creator>
  <cp:lastModifiedBy>Miguel Angel Gonzalez</cp:lastModifiedBy>
  <cp:revision>7</cp:revision>
  <dcterms:created xsi:type="dcterms:W3CDTF">2026-04-06T15:00:33Z</dcterms:created>
  <dcterms:modified xsi:type="dcterms:W3CDTF">2026-08-05T14:49:00Z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0x0101000186D310DC18D449BEB0A77A59A335A0</vt:lpwstr>
  </property>
  <property fmtid="{D5CDD505-2E9C-101B-9397-08002B2CF9AE}" pid="3" name="MediaServiceImageTags">
    <vt:lpwstr/>
  </property>
  <property fmtid="{D5CDD505-2E9C-101B-9397-08002B2CF9AE}" pid="4" name="MSIP_Label_2f71943f-3f19-4698-8f6f-9daf6cf4a9d3_Enabled">
    <vt:lpwstr>true</vt:lpwstr>
  </property>
  <property fmtid="{D5CDD505-2E9C-101B-9397-08002B2CF9AE}" pid="5" name="MSIP_Label_2f71943f-3f19-4698-8f6f-9daf6cf4a9d3_SetDate">
    <vt:lpwstr>2026-04-06T16:04:46Z</vt:lpwstr>
  </property>
  <property fmtid="{D5CDD505-2E9C-101B-9397-08002B2CF9AE}" pid="6" name="MSIP_Label_2f71943f-3f19-4698-8f6f-9daf6cf4a9d3_Method">
    <vt:lpwstr>Standard</vt:lpwstr>
  </property>
  <property fmtid="{D5CDD505-2E9C-101B-9397-08002B2CF9AE}" pid="7" name="MSIP_Label_2f71943f-3f19-4698-8f6f-9daf6cf4a9d3_Name">
    <vt:lpwstr>BUSINESS USE</vt:lpwstr>
  </property>
  <property fmtid="{D5CDD505-2E9C-101B-9397-08002B2CF9AE}" pid="8" name="MSIP_Label_2f71943f-3f19-4698-8f6f-9daf6cf4a9d3_SiteId">
    <vt:lpwstr>423430e8-247c-44d1-9767-22723b7d4cb2</vt:lpwstr>
  </property>
  <property fmtid="{D5CDD505-2E9C-101B-9397-08002B2CF9AE}" pid="9" name="MSIP_Label_2f71943f-3f19-4698-8f6f-9daf6cf4a9d3_ActionId">
    <vt:lpwstr>4b040ec3-574f-4c9d-bbab-c31092d397f7</vt:lpwstr>
  </property>
  <property fmtid="{D5CDD505-2E9C-101B-9397-08002B2CF9AE}" pid="10" name="MSIP_Label_2f71943f-3f19-4698-8f6f-9daf6cf4a9d3_ContentBits">
    <vt:lpwstr>2</vt:lpwstr>
  </property>
  <property fmtid="{D5CDD505-2E9C-101B-9397-08002B2CF9AE}" pid="11" name="ClassificationContentMarkingFooterLocations">
    <vt:lpwstr>DS Smith Template:4</vt:lpwstr>
  </property>
  <property fmtid="{D5CDD505-2E9C-101B-9397-08002B2CF9AE}" pid="12" name="ClassificationContentMarkingFooterText">
    <vt:lpwstr>DS SMITH-BUSINESS USE</vt:lpwstr>
  </property>
</Properties>
</file>